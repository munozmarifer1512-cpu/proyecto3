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66" r:id="rId5"/>
    <p:sldId id="262" r:id="rId6"/>
    <p:sldId id="267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2028D-824B-4C89-BD11-F674C131F052}" v="327" dt="2025-12-06T16:41:30.684"/>
    <p1510:client id="{9E339231-4C1E-B449-EF0C-80FC40DAB505}" v="133" dt="2025-12-06T02:09:28.046"/>
    <p1510:client id="{AB8B4D53-7C15-C29B-25AD-E54795320683}" v="44" dt="2025-12-06T16:26:15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06DA8C-84F4-40B7-AE5F-CBB00CD124F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B41BB59-CB8E-42D2-94EE-AA642C40768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OBJETIVO GENERAL:</a:t>
          </a:r>
        </a:p>
      </dgm:t>
    </dgm:pt>
    <dgm:pt modelId="{9AA2223B-416E-43D5-8E00-9A31AB92A574}" type="parTrans" cxnId="{0B683EB9-147C-4004-B97F-81E9C22F10A2}">
      <dgm:prSet/>
      <dgm:spPr/>
      <dgm:t>
        <a:bodyPr/>
        <a:lstStyle/>
        <a:p>
          <a:endParaRPr lang="en-US"/>
        </a:p>
      </dgm:t>
    </dgm:pt>
    <dgm:pt modelId="{07DE0548-56B9-4B33-A6BC-D39D0AE7F67F}" type="sibTrans" cxnId="{0B683EB9-147C-4004-B97F-81E9C22F10A2}">
      <dgm:prSet/>
      <dgm:spPr/>
      <dgm:t>
        <a:bodyPr/>
        <a:lstStyle/>
        <a:p>
          <a:endParaRPr lang="en-US"/>
        </a:p>
      </dgm:t>
    </dgm:pt>
    <dgm:pt modelId="{F6C280CF-0D49-4541-BC87-83A36DB82DD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err="1"/>
            <a:t>Desarrollar</a:t>
          </a:r>
          <a:r>
            <a:rPr lang="en-US"/>
            <a:t> un </a:t>
          </a:r>
          <a:r>
            <a:rPr lang="en-US" err="1"/>
            <a:t>modelo</a:t>
          </a:r>
          <a:r>
            <a:rPr lang="en-US"/>
            <a:t> </a:t>
          </a:r>
          <a:r>
            <a:rPr lang="en-US" err="1"/>
            <a:t>predictivo</a:t>
          </a:r>
          <a:r>
            <a:rPr lang="en-US"/>
            <a:t> para </a:t>
          </a:r>
          <a:r>
            <a:rPr lang="en-US" err="1"/>
            <a:t>estimar</a:t>
          </a:r>
          <a:r>
            <a:rPr lang="en-US"/>
            <a:t> la </a:t>
          </a:r>
          <a:r>
            <a:rPr lang="en-US" err="1"/>
            <a:t>calidad</a:t>
          </a:r>
          <a:r>
            <a:rPr lang="en-US"/>
            <a:t> del </a:t>
          </a:r>
          <a:r>
            <a:rPr lang="en-US" err="1"/>
            <a:t>vinoOBJETIVOS</a:t>
          </a:r>
          <a:r>
            <a:rPr lang="en-US"/>
            <a:t> ESPECÍFICOS:</a:t>
          </a:r>
        </a:p>
      </dgm:t>
    </dgm:pt>
    <dgm:pt modelId="{7F00B0E5-8437-4004-AD05-B5979FA00FF2}" type="parTrans" cxnId="{FB9CB2AD-1574-42FD-A098-B906F76520D6}">
      <dgm:prSet/>
      <dgm:spPr/>
      <dgm:t>
        <a:bodyPr/>
        <a:lstStyle/>
        <a:p>
          <a:endParaRPr lang="en-US"/>
        </a:p>
      </dgm:t>
    </dgm:pt>
    <dgm:pt modelId="{E0F09C58-2D80-41FA-B5ED-386B6673C2AC}" type="sibTrans" cxnId="{FB9CB2AD-1574-42FD-A098-B906F76520D6}">
      <dgm:prSet/>
      <dgm:spPr/>
      <dgm:t>
        <a:bodyPr/>
        <a:lstStyle/>
        <a:p>
          <a:endParaRPr lang="en-US"/>
        </a:p>
      </dgm:t>
    </dgm:pt>
    <dgm:pt modelId="{5D163FF1-4642-4872-B329-DA5CC3C543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1. </a:t>
          </a:r>
          <a:r>
            <a:rPr lang="en-US" err="1"/>
            <a:t>Analizar</a:t>
          </a:r>
          <a:r>
            <a:rPr lang="en-US"/>
            <a:t> </a:t>
          </a:r>
          <a:r>
            <a:rPr lang="en-US" err="1"/>
            <a:t>el</a:t>
          </a:r>
          <a:r>
            <a:rPr lang="en-US"/>
            <a:t> dataset (EDA) para </a:t>
          </a:r>
          <a:r>
            <a:rPr lang="en-US" err="1"/>
            <a:t>entender</a:t>
          </a:r>
          <a:r>
            <a:rPr lang="en-US"/>
            <a:t> </a:t>
          </a:r>
          <a:r>
            <a:rPr lang="en-US" err="1"/>
            <a:t>distribución</a:t>
          </a:r>
          <a:r>
            <a:rPr lang="en-US"/>
            <a:t> y </a:t>
          </a:r>
          <a:r>
            <a:rPr lang="en-US" err="1"/>
            <a:t>correlaciones</a:t>
          </a:r>
          <a:r>
            <a:rPr lang="en-US"/>
            <a:t>.</a:t>
          </a:r>
        </a:p>
      </dgm:t>
    </dgm:pt>
    <dgm:pt modelId="{A29A10CF-BA9C-454B-B737-DB16C93D5029}" type="parTrans" cxnId="{31A3164A-F664-43CA-A312-F3F635511E67}">
      <dgm:prSet/>
      <dgm:spPr/>
      <dgm:t>
        <a:bodyPr/>
        <a:lstStyle/>
        <a:p>
          <a:endParaRPr lang="en-US"/>
        </a:p>
      </dgm:t>
    </dgm:pt>
    <dgm:pt modelId="{9992592E-227D-4833-BA23-B9F8844B31FD}" type="sibTrans" cxnId="{31A3164A-F664-43CA-A312-F3F635511E67}">
      <dgm:prSet/>
      <dgm:spPr/>
      <dgm:t>
        <a:bodyPr/>
        <a:lstStyle/>
        <a:p>
          <a:endParaRPr lang="en-US"/>
        </a:p>
      </dgm:t>
    </dgm:pt>
    <dgm:pt modelId="{21F9D839-B94B-47E8-8287-9FC1EC218D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2. </a:t>
          </a:r>
          <a:r>
            <a:rPr lang="en-US" err="1"/>
            <a:t>Evaluar</a:t>
          </a:r>
          <a:r>
            <a:rPr lang="en-US"/>
            <a:t> </a:t>
          </a:r>
          <a:r>
            <a:rPr lang="en-US" err="1"/>
            <a:t>problemas</a:t>
          </a:r>
          <a:r>
            <a:rPr lang="en-US"/>
            <a:t> de </a:t>
          </a:r>
          <a:r>
            <a:rPr lang="en-US" err="1"/>
            <a:t>regresión</a:t>
          </a:r>
          <a:r>
            <a:rPr lang="en-US"/>
            <a:t> y </a:t>
          </a:r>
          <a:r>
            <a:rPr lang="en-US" err="1"/>
            <a:t>establecer</a:t>
          </a:r>
          <a:r>
            <a:rPr lang="en-US"/>
            <a:t> </a:t>
          </a:r>
          <a:r>
            <a:rPr lang="en-US" err="1"/>
            <a:t>una</a:t>
          </a:r>
          <a:r>
            <a:rPr lang="en-US"/>
            <a:t> </a:t>
          </a:r>
          <a:r>
            <a:rPr lang="en-US" err="1"/>
            <a:t>línea</a:t>
          </a:r>
          <a:r>
            <a:rPr lang="en-US"/>
            <a:t> base.</a:t>
          </a:r>
        </a:p>
      </dgm:t>
    </dgm:pt>
    <dgm:pt modelId="{9CF2B4E1-3166-4BF5-8920-79E818F1142E}" type="parTrans" cxnId="{71E2E4A6-1A45-449E-B20F-E716C4055FB1}">
      <dgm:prSet/>
      <dgm:spPr/>
      <dgm:t>
        <a:bodyPr/>
        <a:lstStyle/>
        <a:p>
          <a:endParaRPr lang="en-US"/>
        </a:p>
      </dgm:t>
    </dgm:pt>
    <dgm:pt modelId="{0CE7EF5E-F57C-44D7-A823-62C6BF15788F}" type="sibTrans" cxnId="{71E2E4A6-1A45-449E-B20F-E716C4055FB1}">
      <dgm:prSet/>
      <dgm:spPr/>
      <dgm:t>
        <a:bodyPr/>
        <a:lstStyle/>
        <a:p>
          <a:endParaRPr lang="en-US"/>
        </a:p>
      </dgm:t>
    </dgm:pt>
    <dgm:pt modelId="{1DB70241-B55D-4747-A9DD-2E453C6A12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3. </a:t>
          </a:r>
          <a:r>
            <a:rPr lang="en-US" err="1"/>
            <a:t>Implementar</a:t>
          </a:r>
          <a:r>
            <a:rPr lang="en-US"/>
            <a:t> Bagging (Random Forest) para </a:t>
          </a:r>
          <a:r>
            <a:rPr lang="en-US" err="1"/>
            <a:t>reducir</a:t>
          </a:r>
          <a:r>
            <a:rPr lang="en-US"/>
            <a:t> </a:t>
          </a:r>
          <a:r>
            <a:rPr lang="en-US" err="1"/>
            <a:t>varianza</a:t>
          </a:r>
          <a:r>
            <a:rPr lang="en-US"/>
            <a:t>.</a:t>
          </a:r>
        </a:p>
      </dgm:t>
    </dgm:pt>
    <dgm:pt modelId="{AEDAB884-962B-41A7-90A7-868FCED7055D}" type="parTrans" cxnId="{4D47BA89-3A72-4BC4-9558-F5E77D2424AA}">
      <dgm:prSet/>
      <dgm:spPr/>
      <dgm:t>
        <a:bodyPr/>
        <a:lstStyle/>
        <a:p>
          <a:endParaRPr lang="en-US"/>
        </a:p>
      </dgm:t>
    </dgm:pt>
    <dgm:pt modelId="{50FF7745-28B8-4ECA-A6A7-5EE25D6E9457}" type="sibTrans" cxnId="{4D47BA89-3A72-4BC4-9558-F5E77D2424AA}">
      <dgm:prSet/>
      <dgm:spPr/>
      <dgm:t>
        <a:bodyPr/>
        <a:lstStyle/>
        <a:p>
          <a:endParaRPr lang="en-US"/>
        </a:p>
      </dgm:t>
    </dgm:pt>
    <dgm:pt modelId="{53FA03C5-1990-497F-8E9F-537E8B6FD20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4. </a:t>
          </a:r>
          <a:r>
            <a:rPr lang="en-US" err="1"/>
            <a:t>Implementar</a:t>
          </a:r>
          <a:r>
            <a:rPr lang="en-US"/>
            <a:t> Boosting (</a:t>
          </a:r>
          <a:r>
            <a:rPr lang="en-US" err="1"/>
            <a:t>XGBoost</a:t>
          </a:r>
          <a:r>
            <a:rPr lang="en-US"/>
            <a:t>) para </a:t>
          </a:r>
          <a:r>
            <a:rPr lang="en-US" err="1"/>
            <a:t>reducir</a:t>
          </a:r>
          <a:r>
            <a:rPr lang="en-US"/>
            <a:t> </a:t>
          </a:r>
          <a:r>
            <a:rPr lang="en-US" err="1"/>
            <a:t>sesgo</a:t>
          </a:r>
          <a:r>
            <a:rPr lang="en-US"/>
            <a:t>.</a:t>
          </a:r>
        </a:p>
      </dgm:t>
    </dgm:pt>
    <dgm:pt modelId="{128AE52D-91D9-408E-892F-51DA22DD2EC0}" type="parTrans" cxnId="{CAE01281-FD1C-4D92-8487-B3A3DDD44510}">
      <dgm:prSet/>
      <dgm:spPr/>
      <dgm:t>
        <a:bodyPr/>
        <a:lstStyle/>
        <a:p>
          <a:endParaRPr lang="en-US"/>
        </a:p>
      </dgm:t>
    </dgm:pt>
    <dgm:pt modelId="{9E8BDF98-105B-4CFE-AF4E-1893D740C14C}" type="sibTrans" cxnId="{CAE01281-FD1C-4D92-8487-B3A3DDD44510}">
      <dgm:prSet/>
      <dgm:spPr/>
      <dgm:t>
        <a:bodyPr/>
        <a:lstStyle/>
        <a:p>
          <a:endParaRPr lang="en-US"/>
        </a:p>
      </dgm:t>
    </dgm:pt>
    <dgm:pt modelId="{DCFB9DFC-7F26-4CDA-A27F-5F39120980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5. Comparar métricas técnicas para seleccionar el mejor modelo.</a:t>
          </a:r>
        </a:p>
      </dgm:t>
    </dgm:pt>
    <dgm:pt modelId="{02145115-1453-4C47-AD5A-CBD10321D86A}" type="parTrans" cxnId="{B107ECD4-60E1-4A01-A9A0-77A89C8C3F40}">
      <dgm:prSet/>
      <dgm:spPr/>
      <dgm:t>
        <a:bodyPr/>
        <a:lstStyle/>
        <a:p>
          <a:endParaRPr lang="en-US"/>
        </a:p>
      </dgm:t>
    </dgm:pt>
    <dgm:pt modelId="{B2908016-1406-41A6-99AB-D047041515DD}" type="sibTrans" cxnId="{B107ECD4-60E1-4A01-A9A0-77A89C8C3F40}">
      <dgm:prSet/>
      <dgm:spPr/>
      <dgm:t>
        <a:bodyPr/>
        <a:lstStyle/>
        <a:p>
          <a:endParaRPr lang="en-US"/>
        </a:p>
      </dgm:t>
    </dgm:pt>
    <dgm:pt modelId="{4818E0DC-63F7-4F6C-9F14-8D5192E84C3F}" type="pres">
      <dgm:prSet presAssocID="{7E06DA8C-84F4-40B7-AE5F-CBB00CD124F4}" presName="root" presStyleCnt="0">
        <dgm:presLayoutVars>
          <dgm:dir/>
          <dgm:resizeHandles val="exact"/>
        </dgm:presLayoutVars>
      </dgm:prSet>
      <dgm:spPr/>
    </dgm:pt>
    <dgm:pt modelId="{8ED44CFD-95CC-43CA-BEF9-8E318A44286E}" type="pres">
      <dgm:prSet presAssocID="{4B41BB59-CB8E-42D2-94EE-AA642C407687}" presName="compNode" presStyleCnt="0"/>
      <dgm:spPr/>
    </dgm:pt>
    <dgm:pt modelId="{26FAABA1-B4F9-4BBF-BB62-7D34BF797077}" type="pres">
      <dgm:prSet presAssocID="{4B41BB59-CB8E-42D2-94EE-AA642C407687}" presName="iconBgRect" presStyleLbl="bgShp" presStyleIdx="0" presStyleCnt="7"/>
      <dgm:spPr/>
    </dgm:pt>
    <dgm:pt modelId="{B150F810-7B41-4DD7-B625-C84858FCBA26}" type="pres">
      <dgm:prSet presAssocID="{4B41BB59-CB8E-42D2-94EE-AA642C40768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7915630-8BAB-4AE8-B8B8-E00945181091}" type="pres">
      <dgm:prSet presAssocID="{4B41BB59-CB8E-42D2-94EE-AA642C407687}" presName="spaceRect" presStyleCnt="0"/>
      <dgm:spPr/>
    </dgm:pt>
    <dgm:pt modelId="{8C6C0780-DF49-44C7-AC9D-25FE3F9F2A1C}" type="pres">
      <dgm:prSet presAssocID="{4B41BB59-CB8E-42D2-94EE-AA642C407687}" presName="textRect" presStyleLbl="revTx" presStyleIdx="0" presStyleCnt="7">
        <dgm:presLayoutVars>
          <dgm:chMax val="1"/>
          <dgm:chPref val="1"/>
        </dgm:presLayoutVars>
      </dgm:prSet>
      <dgm:spPr/>
    </dgm:pt>
    <dgm:pt modelId="{9745634A-2BA9-4BED-9F88-B1461C7C55B2}" type="pres">
      <dgm:prSet presAssocID="{07DE0548-56B9-4B33-A6BC-D39D0AE7F67F}" presName="sibTrans" presStyleCnt="0"/>
      <dgm:spPr/>
    </dgm:pt>
    <dgm:pt modelId="{2A9F9D3A-EC1A-403E-A0E7-EEA2A40C0625}" type="pres">
      <dgm:prSet presAssocID="{F6C280CF-0D49-4541-BC87-83A36DB82DD0}" presName="compNode" presStyleCnt="0"/>
      <dgm:spPr/>
    </dgm:pt>
    <dgm:pt modelId="{AD16930D-06D5-469B-8278-BD929752C546}" type="pres">
      <dgm:prSet presAssocID="{F6C280CF-0D49-4541-BC87-83A36DB82DD0}" presName="iconBgRect" presStyleLbl="bgShp" presStyleIdx="1" presStyleCnt="7"/>
      <dgm:spPr/>
    </dgm:pt>
    <dgm:pt modelId="{F9261756-134D-4994-8CB1-4398C35A5CF0}" type="pres">
      <dgm:prSet presAssocID="{F6C280CF-0D49-4541-BC87-83A36DB82DD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o"/>
        </a:ext>
      </dgm:extLst>
    </dgm:pt>
    <dgm:pt modelId="{910215AC-9CFC-4864-B6CA-AD8CFF85E2AD}" type="pres">
      <dgm:prSet presAssocID="{F6C280CF-0D49-4541-BC87-83A36DB82DD0}" presName="spaceRect" presStyleCnt="0"/>
      <dgm:spPr/>
    </dgm:pt>
    <dgm:pt modelId="{39C73E86-1159-406D-84C0-3CCFE8128554}" type="pres">
      <dgm:prSet presAssocID="{F6C280CF-0D49-4541-BC87-83A36DB82DD0}" presName="textRect" presStyleLbl="revTx" presStyleIdx="1" presStyleCnt="7" custScaleY="178819">
        <dgm:presLayoutVars>
          <dgm:chMax val="1"/>
          <dgm:chPref val="1"/>
        </dgm:presLayoutVars>
      </dgm:prSet>
      <dgm:spPr/>
    </dgm:pt>
    <dgm:pt modelId="{BE33554B-050E-4AB9-A222-50D66139CFF4}" type="pres">
      <dgm:prSet presAssocID="{E0F09C58-2D80-41FA-B5ED-386B6673C2AC}" presName="sibTrans" presStyleCnt="0"/>
      <dgm:spPr/>
    </dgm:pt>
    <dgm:pt modelId="{63E32046-4514-47CC-A076-A16CB6061892}" type="pres">
      <dgm:prSet presAssocID="{5D163FF1-4642-4872-B329-DA5CC3C5433D}" presName="compNode" presStyleCnt="0"/>
      <dgm:spPr/>
    </dgm:pt>
    <dgm:pt modelId="{B6643F8C-3511-4277-B6AD-7CB69C673815}" type="pres">
      <dgm:prSet presAssocID="{5D163FF1-4642-4872-B329-DA5CC3C5433D}" presName="iconBgRect" presStyleLbl="bgShp" presStyleIdx="2" presStyleCnt="7"/>
      <dgm:spPr/>
    </dgm:pt>
    <dgm:pt modelId="{930C4A15-B0D4-4A0E-8A14-7DF3D06934FA}" type="pres">
      <dgm:prSet presAssocID="{5D163FF1-4642-4872-B329-DA5CC3C5433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41B30F9-469C-439E-B585-70BAD0615585}" type="pres">
      <dgm:prSet presAssocID="{5D163FF1-4642-4872-B329-DA5CC3C5433D}" presName="spaceRect" presStyleCnt="0"/>
      <dgm:spPr/>
    </dgm:pt>
    <dgm:pt modelId="{E4C79B84-C176-445E-90E9-21D9FBCB11BC}" type="pres">
      <dgm:prSet presAssocID="{5D163FF1-4642-4872-B329-DA5CC3C5433D}" presName="textRect" presStyleLbl="revTx" presStyleIdx="2" presStyleCnt="7">
        <dgm:presLayoutVars>
          <dgm:chMax val="1"/>
          <dgm:chPref val="1"/>
        </dgm:presLayoutVars>
      </dgm:prSet>
      <dgm:spPr/>
    </dgm:pt>
    <dgm:pt modelId="{8A9D5120-4585-48F5-8A64-B0E29A8304C8}" type="pres">
      <dgm:prSet presAssocID="{9992592E-227D-4833-BA23-B9F8844B31FD}" presName="sibTrans" presStyleCnt="0"/>
      <dgm:spPr/>
    </dgm:pt>
    <dgm:pt modelId="{A7A0897F-88AA-46C9-87F0-D17818700651}" type="pres">
      <dgm:prSet presAssocID="{21F9D839-B94B-47E8-8287-9FC1EC218DCD}" presName="compNode" presStyleCnt="0"/>
      <dgm:spPr/>
    </dgm:pt>
    <dgm:pt modelId="{74D09CCE-D48A-485D-8D6A-DFED41D4A553}" type="pres">
      <dgm:prSet presAssocID="{21F9D839-B94B-47E8-8287-9FC1EC218DCD}" presName="iconBgRect" presStyleLbl="bgShp" presStyleIdx="3" presStyleCnt="7"/>
      <dgm:spPr/>
    </dgm:pt>
    <dgm:pt modelId="{55835818-7EF4-4077-9F0B-37AFCB85174C}" type="pres">
      <dgm:prSet presAssocID="{21F9D839-B94B-47E8-8287-9FC1EC218DC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B9281FE-8ECE-416E-99E2-6EACC241CB5C}" type="pres">
      <dgm:prSet presAssocID="{21F9D839-B94B-47E8-8287-9FC1EC218DCD}" presName="spaceRect" presStyleCnt="0"/>
      <dgm:spPr/>
    </dgm:pt>
    <dgm:pt modelId="{E5F6E6BF-5C9A-44B8-ABAD-80BB27152C9B}" type="pres">
      <dgm:prSet presAssocID="{21F9D839-B94B-47E8-8287-9FC1EC218DCD}" presName="textRect" presStyleLbl="revTx" presStyleIdx="3" presStyleCnt="7">
        <dgm:presLayoutVars>
          <dgm:chMax val="1"/>
          <dgm:chPref val="1"/>
        </dgm:presLayoutVars>
      </dgm:prSet>
      <dgm:spPr/>
    </dgm:pt>
    <dgm:pt modelId="{F1732215-E4B7-4926-872D-F988E79FA066}" type="pres">
      <dgm:prSet presAssocID="{0CE7EF5E-F57C-44D7-A823-62C6BF15788F}" presName="sibTrans" presStyleCnt="0"/>
      <dgm:spPr/>
    </dgm:pt>
    <dgm:pt modelId="{38E3DA30-6985-4D45-8C21-0A293559E8BC}" type="pres">
      <dgm:prSet presAssocID="{1DB70241-B55D-4747-A9DD-2E453C6A12B9}" presName="compNode" presStyleCnt="0"/>
      <dgm:spPr/>
    </dgm:pt>
    <dgm:pt modelId="{F45C82C7-FF6D-45EA-8AAA-CAEAFA530B47}" type="pres">
      <dgm:prSet presAssocID="{1DB70241-B55D-4747-A9DD-2E453C6A12B9}" presName="iconBgRect" presStyleLbl="bgShp" presStyleIdx="4" presStyleCnt="7"/>
      <dgm:spPr/>
    </dgm:pt>
    <dgm:pt modelId="{94AF64D2-448D-4DA3-B14D-53C9B134E800}" type="pres">
      <dgm:prSet presAssocID="{1DB70241-B55D-4747-A9DD-2E453C6A12B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69A6E05D-D084-4216-9946-2CED80790CA4}" type="pres">
      <dgm:prSet presAssocID="{1DB70241-B55D-4747-A9DD-2E453C6A12B9}" presName="spaceRect" presStyleCnt="0"/>
      <dgm:spPr/>
    </dgm:pt>
    <dgm:pt modelId="{FA7E0967-02A5-4CA7-9202-9966CFE8E0A9}" type="pres">
      <dgm:prSet presAssocID="{1DB70241-B55D-4747-A9DD-2E453C6A12B9}" presName="textRect" presStyleLbl="revTx" presStyleIdx="4" presStyleCnt="7">
        <dgm:presLayoutVars>
          <dgm:chMax val="1"/>
          <dgm:chPref val="1"/>
        </dgm:presLayoutVars>
      </dgm:prSet>
      <dgm:spPr/>
    </dgm:pt>
    <dgm:pt modelId="{E5D5FF19-EFFA-4E13-9633-C06BDB352B16}" type="pres">
      <dgm:prSet presAssocID="{50FF7745-28B8-4ECA-A6A7-5EE25D6E9457}" presName="sibTrans" presStyleCnt="0"/>
      <dgm:spPr/>
    </dgm:pt>
    <dgm:pt modelId="{DDD8C902-90AE-4F93-A2F3-92521686B103}" type="pres">
      <dgm:prSet presAssocID="{53FA03C5-1990-497F-8E9F-537E8B6FD20F}" presName="compNode" presStyleCnt="0"/>
      <dgm:spPr/>
    </dgm:pt>
    <dgm:pt modelId="{1C36C3A3-073C-4438-B3E3-258F9DA13FFA}" type="pres">
      <dgm:prSet presAssocID="{53FA03C5-1990-497F-8E9F-537E8B6FD20F}" presName="iconBgRect" presStyleLbl="bgShp" presStyleIdx="5" presStyleCnt="7"/>
      <dgm:spPr/>
    </dgm:pt>
    <dgm:pt modelId="{E99FA8E3-BDC0-4273-BB31-BACD6F3DFA2A}" type="pres">
      <dgm:prSet presAssocID="{53FA03C5-1990-497F-8E9F-537E8B6FD20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6B1E4D38-F41D-4618-9271-ADAB978E1009}" type="pres">
      <dgm:prSet presAssocID="{53FA03C5-1990-497F-8E9F-537E8B6FD20F}" presName="spaceRect" presStyleCnt="0"/>
      <dgm:spPr/>
    </dgm:pt>
    <dgm:pt modelId="{0B1AE695-851C-4434-86CB-419F72327DBB}" type="pres">
      <dgm:prSet presAssocID="{53FA03C5-1990-497F-8E9F-537E8B6FD20F}" presName="textRect" presStyleLbl="revTx" presStyleIdx="5" presStyleCnt="7">
        <dgm:presLayoutVars>
          <dgm:chMax val="1"/>
          <dgm:chPref val="1"/>
        </dgm:presLayoutVars>
      </dgm:prSet>
      <dgm:spPr/>
    </dgm:pt>
    <dgm:pt modelId="{27606AE2-70E5-460B-83F9-168318215932}" type="pres">
      <dgm:prSet presAssocID="{9E8BDF98-105B-4CFE-AF4E-1893D740C14C}" presName="sibTrans" presStyleCnt="0"/>
      <dgm:spPr/>
    </dgm:pt>
    <dgm:pt modelId="{002A6DE8-3D4C-4EAB-AF17-F564DDB367E4}" type="pres">
      <dgm:prSet presAssocID="{DCFB9DFC-7F26-4CDA-A27F-5F3912098077}" presName="compNode" presStyleCnt="0"/>
      <dgm:spPr/>
    </dgm:pt>
    <dgm:pt modelId="{23DF74BF-0DC2-4AD5-B4B7-0DCC1FB25E66}" type="pres">
      <dgm:prSet presAssocID="{DCFB9DFC-7F26-4CDA-A27F-5F3912098077}" presName="iconBgRect" presStyleLbl="bgShp" presStyleIdx="6" presStyleCnt="7"/>
      <dgm:spPr/>
    </dgm:pt>
    <dgm:pt modelId="{156F3C84-50D8-4E05-B507-17F86D2E505B}" type="pres">
      <dgm:prSet presAssocID="{DCFB9DFC-7F26-4CDA-A27F-5F391209807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F62671E9-3D7F-4376-8A5F-7EC62ED8820B}" type="pres">
      <dgm:prSet presAssocID="{DCFB9DFC-7F26-4CDA-A27F-5F3912098077}" presName="spaceRect" presStyleCnt="0"/>
      <dgm:spPr/>
    </dgm:pt>
    <dgm:pt modelId="{16975A13-0B03-4449-8B6B-1C7651B041F7}" type="pres">
      <dgm:prSet presAssocID="{DCFB9DFC-7F26-4CDA-A27F-5F391209807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33902A18-30F4-436D-9E40-61BDBB0B3E0C}" type="presOf" srcId="{5D163FF1-4642-4872-B329-DA5CC3C5433D}" destId="{E4C79B84-C176-445E-90E9-21D9FBCB11BC}" srcOrd="0" destOrd="0" presId="urn:microsoft.com/office/officeart/2018/5/layout/IconCircleLabelList"/>
    <dgm:cxn modelId="{D990731C-65C0-4207-B0A9-833D04E79057}" type="presOf" srcId="{21F9D839-B94B-47E8-8287-9FC1EC218DCD}" destId="{E5F6E6BF-5C9A-44B8-ABAD-80BB27152C9B}" srcOrd="0" destOrd="0" presId="urn:microsoft.com/office/officeart/2018/5/layout/IconCircleLabelList"/>
    <dgm:cxn modelId="{99558E2A-6121-4462-94A3-2010ED7CF952}" type="presOf" srcId="{53FA03C5-1990-497F-8E9F-537E8B6FD20F}" destId="{0B1AE695-851C-4434-86CB-419F72327DBB}" srcOrd="0" destOrd="0" presId="urn:microsoft.com/office/officeart/2018/5/layout/IconCircleLabelList"/>
    <dgm:cxn modelId="{31A3164A-F664-43CA-A312-F3F635511E67}" srcId="{7E06DA8C-84F4-40B7-AE5F-CBB00CD124F4}" destId="{5D163FF1-4642-4872-B329-DA5CC3C5433D}" srcOrd="2" destOrd="0" parTransId="{A29A10CF-BA9C-454B-B737-DB16C93D5029}" sibTransId="{9992592E-227D-4833-BA23-B9F8844B31FD}"/>
    <dgm:cxn modelId="{82AA7F70-D495-4CEF-AFF4-5D282A2A4E75}" type="presOf" srcId="{DCFB9DFC-7F26-4CDA-A27F-5F3912098077}" destId="{16975A13-0B03-4449-8B6B-1C7651B041F7}" srcOrd="0" destOrd="0" presId="urn:microsoft.com/office/officeart/2018/5/layout/IconCircleLabelList"/>
    <dgm:cxn modelId="{5E43BA70-07AE-4379-AE2E-20176DE4EFEB}" type="presOf" srcId="{F6C280CF-0D49-4541-BC87-83A36DB82DD0}" destId="{39C73E86-1159-406D-84C0-3CCFE8128554}" srcOrd="0" destOrd="0" presId="urn:microsoft.com/office/officeart/2018/5/layout/IconCircleLabelList"/>
    <dgm:cxn modelId="{CAE01281-FD1C-4D92-8487-B3A3DDD44510}" srcId="{7E06DA8C-84F4-40B7-AE5F-CBB00CD124F4}" destId="{53FA03C5-1990-497F-8E9F-537E8B6FD20F}" srcOrd="5" destOrd="0" parTransId="{128AE52D-91D9-408E-892F-51DA22DD2EC0}" sibTransId="{9E8BDF98-105B-4CFE-AF4E-1893D740C14C}"/>
    <dgm:cxn modelId="{4D47BA89-3A72-4BC4-9558-F5E77D2424AA}" srcId="{7E06DA8C-84F4-40B7-AE5F-CBB00CD124F4}" destId="{1DB70241-B55D-4747-A9DD-2E453C6A12B9}" srcOrd="4" destOrd="0" parTransId="{AEDAB884-962B-41A7-90A7-868FCED7055D}" sibTransId="{50FF7745-28B8-4ECA-A6A7-5EE25D6E9457}"/>
    <dgm:cxn modelId="{761F598C-BEEA-4671-AA18-76321D30FFB3}" type="presOf" srcId="{7E06DA8C-84F4-40B7-AE5F-CBB00CD124F4}" destId="{4818E0DC-63F7-4F6C-9F14-8D5192E84C3F}" srcOrd="0" destOrd="0" presId="urn:microsoft.com/office/officeart/2018/5/layout/IconCircleLabelList"/>
    <dgm:cxn modelId="{09FEE299-B622-4A65-A0FA-60EDDBFB9882}" type="presOf" srcId="{1DB70241-B55D-4747-A9DD-2E453C6A12B9}" destId="{FA7E0967-02A5-4CA7-9202-9966CFE8E0A9}" srcOrd="0" destOrd="0" presId="urn:microsoft.com/office/officeart/2018/5/layout/IconCircleLabelList"/>
    <dgm:cxn modelId="{71E2E4A6-1A45-449E-B20F-E716C4055FB1}" srcId="{7E06DA8C-84F4-40B7-AE5F-CBB00CD124F4}" destId="{21F9D839-B94B-47E8-8287-9FC1EC218DCD}" srcOrd="3" destOrd="0" parTransId="{9CF2B4E1-3166-4BF5-8920-79E818F1142E}" sibTransId="{0CE7EF5E-F57C-44D7-A823-62C6BF15788F}"/>
    <dgm:cxn modelId="{FB9CB2AD-1574-42FD-A098-B906F76520D6}" srcId="{7E06DA8C-84F4-40B7-AE5F-CBB00CD124F4}" destId="{F6C280CF-0D49-4541-BC87-83A36DB82DD0}" srcOrd="1" destOrd="0" parTransId="{7F00B0E5-8437-4004-AD05-B5979FA00FF2}" sibTransId="{E0F09C58-2D80-41FA-B5ED-386B6673C2AC}"/>
    <dgm:cxn modelId="{0B683EB9-147C-4004-B97F-81E9C22F10A2}" srcId="{7E06DA8C-84F4-40B7-AE5F-CBB00CD124F4}" destId="{4B41BB59-CB8E-42D2-94EE-AA642C407687}" srcOrd="0" destOrd="0" parTransId="{9AA2223B-416E-43D5-8E00-9A31AB92A574}" sibTransId="{07DE0548-56B9-4B33-A6BC-D39D0AE7F67F}"/>
    <dgm:cxn modelId="{B107ECD4-60E1-4A01-A9A0-77A89C8C3F40}" srcId="{7E06DA8C-84F4-40B7-AE5F-CBB00CD124F4}" destId="{DCFB9DFC-7F26-4CDA-A27F-5F3912098077}" srcOrd="6" destOrd="0" parTransId="{02145115-1453-4C47-AD5A-CBD10321D86A}" sibTransId="{B2908016-1406-41A6-99AB-D047041515DD}"/>
    <dgm:cxn modelId="{07E7FCFE-CC7A-474A-B5D9-15F3C60348C6}" type="presOf" srcId="{4B41BB59-CB8E-42D2-94EE-AA642C407687}" destId="{8C6C0780-DF49-44C7-AC9D-25FE3F9F2A1C}" srcOrd="0" destOrd="0" presId="urn:microsoft.com/office/officeart/2018/5/layout/IconCircleLabelList"/>
    <dgm:cxn modelId="{6A02B8F4-E2AA-44D5-ADC7-0D215457D083}" type="presParOf" srcId="{4818E0DC-63F7-4F6C-9F14-8D5192E84C3F}" destId="{8ED44CFD-95CC-43CA-BEF9-8E318A44286E}" srcOrd="0" destOrd="0" presId="urn:microsoft.com/office/officeart/2018/5/layout/IconCircleLabelList"/>
    <dgm:cxn modelId="{C6F3B2F2-71A4-4F8D-BF74-6AB1CEC8F2A8}" type="presParOf" srcId="{8ED44CFD-95CC-43CA-BEF9-8E318A44286E}" destId="{26FAABA1-B4F9-4BBF-BB62-7D34BF797077}" srcOrd="0" destOrd="0" presId="urn:microsoft.com/office/officeart/2018/5/layout/IconCircleLabelList"/>
    <dgm:cxn modelId="{59EC7427-F18F-4201-B13C-EAA71CAFD43C}" type="presParOf" srcId="{8ED44CFD-95CC-43CA-BEF9-8E318A44286E}" destId="{B150F810-7B41-4DD7-B625-C84858FCBA26}" srcOrd="1" destOrd="0" presId="urn:microsoft.com/office/officeart/2018/5/layout/IconCircleLabelList"/>
    <dgm:cxn modelId="{7FDE2FF7-00A7-43C3-B2DA-28209B452DC9}" type="presParOf" srcId="{8ED44CFD-95CC-43CA-BEF9-8E318A44286E}" destId="{D7915630-8BAB-4AE8-B8B8-E00945181091}" srcOrd="2" destOrd="0" presId="urn:microsoft.com/office/officeart/2018/5/layout/IconCircleLabelList"/>
    <dgm:cxn modelId="{DAE8D55D-A2F1-4ADD-B65D-8AC0C24C75AD}" type="presParOf" srcId="{8ED44CFD-95CC-43CA-BEF9-8E318A44286E}" destId="{8C6C0780-DF49-44C7-AC9D-25FE3F9F2A1C}" srcOrd="3" destOrd="0" presId="urn:microsoft.com/office/officeart/2018/5/layout/IconCircleLabelList"/>
    <dgm:cxn modelId="{A8D7698E-9A7D-4C7E-913D-BD34B273D321}" type="presParOf" srcId="{4818E0DC-63F7-4F6C-9F14-8D5192E84C3F}" destId="{9745634A-2BA9-4BED-9F88-B1461C7C55B2}" srcOrd="1" destOrd="0" presId="urn:microsoft.com/office/officeart/2018/5/layout/IconCircleLabelList"/>
    <dgm:cxn modelId="{B9CC035E-1CCB-441A-ABA9-218A91D143E5}" type="presParOf" srcId="{4818E0DC-63F7-4F6C-9F14-8D5192E84C3F}" destId="{2A9F9D3A-EC1A-403E-A0E7-EEA2A40C0625}" srcOrd="2" destOrd="0" presId="urn:microsoft.com/office/officeart/2018/5/layout/IconCircleLabelList"/>
    <dgm:cxn modelId="{4704C01B-E08B-4DE5-82DC-EB0BE5F9570E}" type="presParOf" srcId="{2A9F9D3A-EC1A-403E-A0E7-EEA2A40C0625}" destId="{AD16930D-06D5-469B-8278-BD929752C546}" srcOrd="0" destOrd="0" presId="urn:microsoft.com/office/officeart/2018/5/layout/IconCircleLabelList"/>
    <dgm:cxn modelId="{65F0EDE8-6A31-4434-938A-E9ACFDB73F6D}" type="presParOf" srcId="{2A9F9D3A-EC1A-403E-A0E7-EEA2A40C0625}" destId="{F9261756-134D-4994-8CB1-4398C35A5CF0}" srcOrd="1" destOrd="0" presId="urn:microsoft.com/office/officeart/2018/5/layout/IconCircleLabelList"/>
    <dgm:cxn modelId="{849838C7-3254-437E-A866-7AB8B5F5D685}" type="presParOf" srcId="{2A9F9D3A-EC1A-403E-A0E7-EEA2A40C0625}" destId="{910215AC-9CFC-4864-B6CA-AD8CFF85E2AD}" srcOrd="2" destOrd="0" presId="urn:microsoft.com/office/officeart/2018/5/layout/IconCircleLabelList"/>
    <dgm:cxn modelId="{B4DB58FB-808B-4C7C-B7C7-9FA34C4C7EB0}" type="presParOf" srcId="{2A9F9D3A-EC1A-403E-A0E7-EEA2A40C0625}" destId="{39C73E86-1159-406D-84C0-3CCFE8128554}" srcOrd="3" destOrd="0" presId="urn:microsoft.com/office/officeart/2018/5/layout/IconCircleLabelList"/>
    <dgm:cxn modelId="{C7DACC6B-8D20-4272-9AEB-F3F3EE9F5024}" type="presParOf" srcId="{4818E0DC-63F7-4F6C-9F14-8D5192E84C3F}" destId="{BE33554B-050E-4AB9-A222-50D66139CFF4}" srcOrd="3" destOrd="0" presId="urn:microsoft.com/office/officeart/2018/5/layout/IconCircleLabelList"/>
    <dgm:cxn modelId="{2A8789D1-DDAF-40F5-B02F-F3055559C46F}" type="presParOf" srcId="{4818E0DC-63F7-4F6C-9F14-8D5192E84C3F}" destId="{63E32046-4514-47CC-A076-A16CB6061892}" srcOrd="4" destOrd="0" presId="urn:microsoft.com/office/officeart/2018/5/layout/IconCircleLabelList"/>
    <dgm:cxn modelId="{7D8976A0-9467-40B3-B874-EC3066AA2AB4}" type="presParOf" srcId="{63E32046-4514-47CC-A076-A16CB6061892}" destId="{B6643F8C-3511-4277-B6AD-7CB69C673815}" srcOrd="0" destOrd="0" presId="urn:microsoft.com/office/officeart/2018/5/layout/IconCircleLabelList"/>
    <dgm:cxn modelId="{B2D9AD33-92FC-4880-82C1-D32A270536F2}" type="presParOf" srcId="{63E32046-4514-47CC-A076-A16CB6061892}" destId="{930C4A15-B0D4-4A0E-8A14-7DF3D06934FA}" srcOrd="1" destOrd="0" presId="urn:microsoft.com/office/officeart/2018/5/layout/IconCircleLabelList"/>
    <dgm:cxn modelId="{343FFF67-1F51-409F-9863-DBEEB98F34B2}" type="presParOf" srcId="{63E32046-4514-47CC-A076-A16CB6061892}" destId="{341B30F9-469C-439E-B585-70BAD0615585}" srcOrd="2" destOrd="0" presId="urn:microsoft.com/office/officeart/2018/5/layout/IconCircleLabelList"/>
    <dgm:cxn modelId="{F7448264-1ECD-4398-AE46-AE87E1065AC9}" type="presParOf" srcId="{63E32046-4514-47CC-A076-A16CB6061892}" destId="{E4C79B84-C176-445E-90E9-21D9FBCB11BC}" srcOrd="3" destOrd="0" presId="urn:microsoft.com/office/officeart/2018/5/layout/IconCircleLabelList"/>
    <dgm:cxn modelId="{45ABA2F4-34D6-4FD4-B6F7-13B18DB5D691}" type="presParOf" srcId="{4818E0DC-63F7-4F6C-9F14-8D5192E84C3F}" destId="{8A9D5120-4585-48F5-8A64-B0E29A8304C8}" srcOrd="5" destOrd="0" presId="urn:microsoft.com/office/officeart/2018/5/layout/IconCircleLabelList"/>
    <dgm:cxn modelId="{7DEE4775-60CF-4971-AB04-0CC9063B7A6E}" type="presParOf" srcId="{4818E0DC-63F7-4F6C-9F14-8D5192E84C3F}" destId="{A7A0897F-88AA-46C9-87F0-D17818700651}" srcOrd="6" destOrd="0" presId="urn:microsoft.com/office/officeart/2018/5/layout/IconCircleLabelList"/>
    <dgm:cxn modelId="{F854F8F3-326A-4DB1-91DF-0B7A98055319}" type="presParOf" srcId="{A7A0897F-88AA-46C9-87F0-D17818700651}" destId="{74D09CCE-D48A-485D-8D6A-DFED41D4A553}" srcOrd="0" destOrd="0" presId="urn:microsoft.com/office/officeart/2018/5/layout/IconCircleLabelList"/>
    <dgm:cxn modelId="{E9D7BBCF-22A2-4FF4-9FB3-99100D710264}" type="presParOf" srcId="{A7A0897F-88AA-46C9-87F0-D17818700651}" destId="{55835818-7EF4-4077-9F0B-37AFCB85174C}" srcOrd="1" destOrd="0" presId="urn:microsoft.com/office/officeart/2018/5/layout/IconCircleLabelList"/>
    <dgm:cxn modelId="{25155F21-C72A-4FCE-9F75-A6ABD723D555}" type="presParOf" srcId="{A7A0897F-88AA-46C9-87F0-D17818700651}" destId="{0B9281FE-8ECE-416E-99E2-6EACC241CB5C}" srcOrd="2" destOrd="0" presId="urn:microsoft.com/office/officeart/2018/5/layout/IconCircleLabelList"/>
    <dgm:cxn modelId="{99768E91-CA16-444B-A3C7-CE2AA1AFBA73}" type="presParOf" srcId="{A7A0897F-88AA-46C9-87F0-D17818700651}" destId="{E5F6E6BF-5C9A-44B8-ABAD-80BB27152C9B}" srcOrd="3" destOrd="0" presId="urn:microsoft.com/office/officeart/2018/5/layout/IconCircleLabelList"/>
    <dgm:cxn modelId="{D5295AFA-B634-41FC-87B1-041BD94319E4}" type="presParOf" srcId="{4818E0DC-63F7-4F6C-9F14-8D5192E84C3F}" destId="{F1732215-E4B7-4926-872D-F988E79FA066}" srcOrd="7" destOrd="0" presId="urn:microsoft.com/office/officeart/2018/5/layout/IconCircleLabelList"/>
    <dgm:cxn modelId="{0AD4BB6F-2DC1-4039-951F-D961B006126E}" type="presParOf" srcId="{4818E0DC-63F7-4F6C-9F14-8D5192E84C3F}" destId="{38E3DA30-6985-4D45-8C21-0A293559E8BC}" srcOrd="8" destOrd="0" presId="urn:microsoft.com/office/officeart/2018/5/layout/IconCircleLabelList"/>
    <dgm:cxn modelId="{DA861740-7563-4CCC-8B3E-496BFDD40777}" type="presParOf" srcId="{38E3DA30-6985-4D45-8C21-0A293559E8BC}" destId="{F45C82C7-FF6D-45EA-8AAA-CAEAFA530B47}" srcOrd="0" destOrd="0" presId="urn:microsoft.com/office/officeart/2018/5/layout/IconCircleLabelList"/>
    <dgm:cxn modelId="{8FABEC5D-DC97-4B9C-9B54-BEE7F84F7ADE}" type="presParOf" srcId="{38E3DA30-6985-4D45-8C21-0A293559E8BC}" destId="{94AF64D2-448D-4DA3-B14D-53C9B134E800}" srcOrd="1" destOrd="0" presId="urn:microsoft.com/office/officeart/2018/5/layout/IconCircleLabelList"/>
    <dgm:cxn modelId="{DBF73FA3-3BE3-4AE6-8FB7-D3B6449B2A65}" type="presParOf" srcId="{38E3DA30-6985-4D45-8C21-0A293559E8BC}" destId="{69A6E05D-D084-4216-9946-2CED80790CA4}" srcOrd="2" destOrd="0" presId="urn:microsoft.com/office/officeart/2018/5/layout/IconCircleLabelList"/>
    <dgm:cxn modelId="{4B9D9742-B548-42A2-B91B-3FCE6EB44404}" type="presParOf" srcId="{38E3DA30-6985-4D45-8C21-0A293559E8BC}" destId="{FA7E0967-02A5-4CA7-9202-9966CFE8E0A9}" srcOrd="3" destOrd="0" presId="urn:microsoft.com/office/officeart/2018/5/layout/IconCircleLabelList"/>
    <dgm:cxn modelId="{74124480-40CE-476D-8F8F-985800F1B46A}" type="presParOf" srcId="{4818E0DC-63F7-4F6C-9F14-8D5192E84C3F}" destId="{E5D5FF19-EFFA-4E13-9633-C06BDB352B16}" srcOrd="9" destOrd="0" presId="urn:microsoft.com/office/officeart/2018/5/layout/IconCircleLabelList"/>
    <dgm:cxn modelId="{E31944CA-305E-43A6-856A-851D03740E93}" type="presParOf" srcId="{4818E0DC-63F7-4F6C-9F14-8D5192E84C3F}" destId="{DDD8C902-90AE-4F93-A2F3-92521686B103}" srcOrd="10" destOrd="0" presId="urn:microsoft.com/office/officeart/2018/5/layout/IconCircleLabelList"/>
    <dgm:cxn modelId="{87BD1EB7-AF2D-48B3-9948-F8C4324D926E}" type="presParOf" srcId="{DDD8C902-90AE-4F93-A2F3-92521686B103}" destId="{1C36C3A3-073C-4438-B3E3-258F9DA13FFA}" srcOrd="0" destOrd="0" presId="urn:microsoft.com/office/officeart/2018/5/layout/IconCircleLabelList"/>
    <dgm:cxn modelId="{BCD0D845-762B-4B54-A3CF-128917E81A3F}" type="presParOf" srcId="{DDD8C902-90AE-4F93-A2F3-92521686B103}" destId="{E99FA8E3-BDC0-4273-BB31-BACD6F3DFA2A}" srcOrd="1" destOrd="0" presId="urn:microsoft.com/office/officeart/2018/5/layout/IconCircleLabelList"/>
    <dgm:cxn modelId="{0AB01953-1A6B-4A5F-9EFD-89937C7B5ACD}" type="presParOf" srcId="{DDD8C902-90AE-4F93-A2F3-92521686B103}" destId="{6B1E4D38-F41D-4618-9271-ADAB978E1009}" srcOrd="2" destOrd="0" presId="urn:microsoft.com/office/officeart/2018/5/layout/IconCircleLabelList"/>
    <dgm:cxn modelId="{3B76771D-5073-4184-8A03-A20D07ACA9B2}" type="presParOf" srcId="{DDD8C902-90AE-4F93-A2F3-92521686B103}" destId="{0B1AE695-851C-4434-86CB-419F72327DBB}" srcOrd="3" destOrd="0" presId="urn:microsoft.com/office/officeart/2018/5/layout/IconCircleLabelList"/>
    <dgm:cxn modelId="{975B3604-C97D-4385-995E-6390B7F6A397}" type="presParOf" srcId="{4818E0DC-63F7-4F6C-9F14-8D5192E84C3F}" destId="{27606AE2-70E5-460B-83F9-168318215932}" srcOrd="11" destOrd="0" presId="urn:microsoft.com/office/officeart/2018/5/layout/IconCircleLabelList"/>
    <dgm:cxn modelId="{C4354C7E-4977-41EE-BD6B-7C4A67759A36}" type="presParOf" srcId="{4818E0DC-63F7-4F6C-9F14-8D5192E84C3F}" destId="{002A6DE8-3D4C-4EAB-AF17-F564DDB367E4}" srcOrd="12" destOrd="0" presId="urn:microsoft.com/office/officeart/2018/5/layout/IconCircleLabelList"/>
    <dgm:cxn modelId="{B66477C1-3B66-4BC1-972C-72171E4FC4F8}" type="presParOf" srcId="{002A6DE8-3D4C-4EAB-AF17-F564DDB367E4}" destId="{23DF74BF-0DC2-4AD5-B4B7-0DCC1FB25E66}" srcOrd="0" destOrd="0" presId="urn:microsoft.com/office/officeart/2018/5/layout/IconCircleLabelList"/>
    <dgm:cxn modelId="{E4D52AF6-D807-496E-977C-79C801B9FD71}" type="presParOf" srcId="{002A6DE8-3D4C-4EAB-AF17-F564DDB367E4}" destId="{156F3C84-50D8-4E05-B507-17F86D2E505B}" srcOrd="1" destOrd="0" presId="urn:microsoft.com/office/officeart/2018/5/layout/IconCircleLabelList"/>
    <dgm:cxn modelId="{9FAA1DB3-8CFB-41FF-BAD6-C633A908FFC1}" type="presParOf" srcId="{002A6DE8-3D4C-4EAB-AF17-F564DDB367E4}" destId="{F62671E9-3D7F-4376-8A5F-7EC62ED8820B}" srcOrd="2" destOrd="0" presId="urn:microsoft.com/office/officeart/2018/5/layout/IconCircleLabelList"/>
    <dgm:cxn modelId="{BDA0FA1B-7F39-4B39-9F72-1D6127B10312}" type="presParOf" srcId="{002A6DE8-3D4C-4EAB-AF17-F564DDB367E4}" destId="{16975A13-0B03-4449-8B6B-1C7651B041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B1482D-0097-4ADC-8527-CB3325A2C3D0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9C0ED3-1FA1-4D8E-A6D3-C22BFC1C3CDF}">
      <dgm:prSet/>
      <dgm:spPr/>
      <dgm:t>
        <a:bodyPr/>
        <a:lstStyle/>
        <a:p>
          <a:r>
            <a:rPr lang="en-US"/>
            <a:t>MODELO 1: RANDOM FOREST</a:t>
          </a:r>
        </a:p>
      </dgm:t>
    </dgm:pt>
    <dgm:pt modelId="{8A776EA6-B718-47BF-A02F-E401C4C9112C}" type="parTrans" cxnId="{4538DA68-E9EB-42D1-A3D4-CFEB5AE4AB82}">
      <dgm:prSet/>
      <dgm:spPr/>
      <dgm:t>
        <a:bodyPr/>
        <a:lstStyle/>
        <a:p>
          <a:endParaRPr lang="en-US"/>
        </a:p>
      </dgm:t>
    </dgm:pt>
    <dgm:pt modelId="{62532703-71F4-4522-84C7-E351B5C395A0}" type="sibTrans" cxnId="{4538DA68-E9EB-42D1-A3D4-CFEB5AE4AB82}">
      <dgm:prSet/>
      <dgm:spPr/>
      <dgm:t>
        <a:bodyPr/>
        <a:lstStyle/>
        <a:p>
          <a:endParaRPr lang="en-US"/>
        </a:p>
      </dgm:t>
    </dgm:pt>
    <dgm:pt modelId="{DFFD450B-7D06-47AC-B02F-E1B0A9E3CD89}">
      <dgm:prSet/>
      <dgm:spPr/>
      <dgm:t>
        <a:bodyPr/>
        <a:lstStyle/>
        <a:p>
          <a:r>
            <a:rPr lang="en-US"/>
            <a:t>• Configuración: Optimización de n_estimators y max_depth.</a:t>
          </a:r>
        </a:p>
      </dgm:t>
    </dgm:pt>
    <dgm:pt modelId="{DF74AA5A-4C2A-4474-8BEF-5E024E4D5C0B}" type="parTrans" cxnId="{144B77DB-0C1B-4620-8683-58C2E09BCE7D}">
      <dgm:prSet/>
      <dgm:spPr/>
      <dgm:t>
        <a:bodyPr/>
        <a:lstStyle/>
        <a:p>
          <a:endParaRPr lang="en-US"/>
        </a:p>
      </dgm:t>
    </dgm:pt>
    <dgm:pt modelId="{54A1DD57-C6A9-482E-9ED2-2F4F7DA66066}" type="sibTrans" cxnId="{144B77DB-0C1B-4620-8683-58C2E09BCE7D}">
      <dgm:prSet/>
      <dgm:spPr/>
      <dgm:t>
        <a:bodyPr/>
        <a:lstStyle/>
        <a:p>
          <a:endParaRPr lang="en-US"/>
        </a:p>
      </dgm:t>
    </dgm:pt>
    <dgm:pt modelId="{E4F8EDC9-1BC5-4ADB-BE25-7B8EFAB15CE5}">
      <dgm:prSet/>
      <dgm:spPr/>
      <dgm:t>
        <a:bodyPr/>
        <a:lstStyle/>
        <a:p>
          <a:r>
            <a:rPr lang="en-US"/>
            <a:t>• Semilla (Random State) fijada para reproducibilidad.</a:t>
          </a:r>
        </a:p>
      </dgm:t>
    </dgm:pt>
    <dgm:pt modelId="{DD513A94-B75C-4B07-AB28-CA7726E24880}" type="parTrans" cxnId="{06E49AE0-35EF-4BD0-918C-42DCEB2B7390}">
      <dgm:prSet/>
      <dgm:spPr/>
      <dgm:t>
        <a:bodyPr/>
        <a:lstStyle/>
        <a:p>
          <a:endParaRPr lang="en-US"/>
        </a:p>
      </dgm:t>
    </dgm:pt>
    <dgm:pt modelId="{11E05D52-790D-4FD5-8036-AF98C6BB14FA}" type="sibTrans" cxnId="{06E49AE0-35EF-4BD0-918C-42DCEB2B7390}">
      <dgm:prSet/>
      <dgm:spPr/>
      <dgm:t>
        <a:bodyPr/>
        <a:lstStyle/>
        <a:p>
          <a:endParaRPr lang="en-US"/>
        </a:p>
      </dgm:t>
    </dgm:pt>
    <dgm:pt modelId="{8483CFFD-E2B5-4FA8-B398-993A212E96C2}">
      <dgm:prSet/>
      <dgm:spPr/>
      <dgm:t>
        <a:bodyPr/>
        <a:lstStyle/>
        <a:p>
          <a:r>
            <a:rPr lang="en-US"/>
            <a:t>MODELO 2: XGBOOST</a:t>
          </a:r>
        </a:p>
      </dgm:t>
    </dgm:pt>
    <dgm:pt modelId="{A8DFC93A-4A07-4203-84D8-F81BFF92FDAA}" type="parTrans" cxnId="{20B6960F-8052-4509-982C-2A1163C755CB}">
      <dgm:prSet/>
      <dgm:spPr/>
      <dgm:t>
        <a:bodyPr/>
        <a:lstStyle/>
        <a:p>
          <a:endParaRPr lang="en-US"/>
        </a:p>
      </dgm:t>
    </dgm:pt>
    <dgm:pt modelId="{FC9C0984-7689-4AFE-872F-A634D1AA610C}" type="sibTrans" cxnId="{20B6960F-8052-4509-982C-2A1163C755CB}">
      <dgm:prSet/>
      <dgm:spPr/>
      <dgm:t>
        <a:bodyPr/>
        <a:lstStyle/>
        <a:p>
          <a:endParaRPr lang="en-US"/>
        </a:p>
      </dgm:t>
    </dgm:pt>
    <dgm:pt modelId="{0C3BB2FD-9D12-4B44-A271-B411A35E6B0A}">
      <dgm:prSet/>
      <dgm:spPr/>
      <dgm:t>
        <a:bodyPr/>
        <a:lstStyle/>
        <a:p>
          <a:r>
            <a:rPr lang="en-US"/>
            <a:t>• Configuración: Ajuste de learning_rate y regularización.</a:t>
          </a:r>
        </a:p>
      </dgm:t>
    </dgm:pt>
    <dgm:pt modelId="{CA73697D-8490-4819-A622-E04D7FA3874B}" type="parTrans" cxnId="{1DA83413-F4BD-4F70-A06C-EEF719E35BCD}">
      <dgm:prSet/>
      <dgm:spPr/>
      <dgm:t>
        <a:bodyPr/>
        <a:lstStyle/>
        <a:p>
          <a:endParaRPr lang="en-US"/>
        </a:p>
      </dgm:t>
    </dgm:pt>
    <dgm:pt modelId="{91EA61FC-5A45-4B15-B759-576148FA0C6B}" type="sibTrans" cxnId="{1DA83413-F4BD-4F70-A06C-EEF719E35BCD}">
      <dgm:prSet/>
      <dgm:spPr/>
      <dgm:t>
        <a:bodyPr/>
        <a:lstStyle/>
        <a:p>
          <a:endParaRPr lang="en-US"/>
        </a:p>
      </dgm:t>
    </dgm:pt>
    <dgm:pt modelId="{B4707158-73FC-4E11-A080-F96712C3DEA1}">
      <dgm:prSet/>
      <dgm:spPr/>
      <dgm:t>
        <a:bodyPr/>
        <a:lstStyle/>
        <a:p>
          <a:r>
            <a:rPr lang="en-US"/>
            <a:t>• Objetivo: Minimizar residuos cuadráticos.</a:t>
          </a:r>
        </a:p>
      </dgm:t>
    </dgm:pt>
    <dgm:pt modelId="{E8FD5232-81BD-4E47-A44A-EC9D8F55C398}" type="parTrans" cxnId="{0CBA3B8C-F1FD-4AD5-998F-158B58F85D18}">
      <dgm:prSet/>
      <dgm:spPr/>
      <dgm:t>
        <a:bodyPr/>
        <a:lstStyle/>
        <a:p>
          <a:endParaRPr lang="en-US"/>
        </a:p>
      </dgm:t>
    </dgm:pt>
    <dgm:pt modelId="{CFB7677D-3225-4348-862B-37DD634A4D01}" type="sibTrans" cxnId="{0CBA3B8C-F1FD-4AD5-998F-158B58F85D18}">
      <dgm:prSet/>
      <dgm:spPr/>
      <dgm:t>
        <a:bodyPr/>
        <a:lstStyle/>
        <a:p>
          <a:endParaRPr lang="en-US"/>
        </a:p>
      </dgm:t>
    </dgm:pt>
    <dgm:pt modelId="{B9AD3661-C1C9-4BEC-B822-E8EFDD9E7AA1}" type="pres">
      <dgm:prSet presAssocID="{67B1482D-0097-4ADC-8527-CB3325A2C3D0}" presName="Name0" presStyleCnt="0">
        <dgm:presLayoutVars>
          <dgm:dir/>
          <dgm:animLvl val="lvl"/>
          <dgm:resizeHandles val="exact"/>
        </dgm:presLayoutVars>
      </dgm:prSet>
      <dgm:spPr/>
    </dgm:pt>
    <dgm:pt modelId="{075C8AF7-7FA4-4F8B-8A76-45B37C9E461D}" type="pres">
      <dgm:prSet presAssocID="{B4707158-73FC-4E11-A080-F96712C3DEA1}" presName="boxAndChildren" presStyleCnt="0"/>
      <dgm:spPr/>
    </dgm:pt>
    <dgm:pt modelId="{5DBAFE39-B289-4631-A8BB-A31B2DE5644F}" type="pres">
      <dgm:prSet presAssocID="{B4707158-73FC-4E11-A080-F96712C3DEA1}" presName="parentTextBox" presStyleLbl="node1" presStyleIdx="0" presStyleCnt="6"/>
      <dgm:spPr/>
    </dgm:pt>
    <dgm:pt modelId="{53B8B96D-928E-46C7-85C7-B3AEF71BB67A}" type="pres">
      <dgm:prSet presAssocID="{91EA61FC-5A45-4B15-B759-576148FA0C6B}" presName="sp" presStyleCnt="0"/>
      <dgm:spPr/>
    </dgm:pt>
    <dgm:pt modelId="{108F7CE7-2E3D-40DF-8367-BC3E9D0E8D40}" type="pres">
      <dgm:prSet presAssocID="{0C3BB2FD-9D12-4B44-A271-B411A35E6B0A}" presName="arrowAndChildren" presStyleCnt="0"/>
      <dgm:spPr/>
    </dgm:pt>
    <dgm:pt modelId="{A624670E-F724-4BB8-8BA1-ED5A0733F37E}" type="pres">
      <dgm:prSet presAssocID="{0C3BB2FD-9D12-4B44-A271-B411A35E6B0A}" presName="parentTextArrow" presStyleLbl="node1" presStyleIdx="1" presStyleCnt="6"/>
      <dgm:spPr/>
    </dgm:pt>
    <dgm:pt modelId="{5B5F6C33-0056-4B1C-B05F-3BDF9329BDE9}" type="pres">
      <dgm:prSet presAssocID="{FC9C0984-7689-4AFE-872F-A634D1AA610C}" presName="sp" presStyleCnt="0"/>
      <dgm:spPr/>
    </dgm:pt>
    <dgm:pt modelId="{020C1202-385C-4655-BF8C-E3DAFCCB17EA}" type="pres">
      <dgm:prSet presAssocID="{8483CFFD-E2B5-4FA8-B398-993A212E96C2}" presName="arrowAndChildren" presStyleCnt="0"/>
      <dgm:spPr/>
    </dgm:pt>
    <dgm:pt modelId="{4CC25D85-12ED-470A-8E35-9DFD8732338A}" type="pres">
      <dgm:prSet presAssocID="{8483CFFD-E2B5-4FA8-B398-993A212E96C2}" presName="parentTextArrow" presStyleLbl="node1" presStyleIdx="2" presStyleCnt="6"/>
      <dgm:spPr/>
    </dgm:pt>
    <dgm:pt modelId="{68C91E84-731C-4FD6-84C0-A4C30B24BC20}" type="pres">
      <dgm:prSet presAssocID="{11E05D52-790D-4FD5-8036-AF98C6BB14FA}" presName="sp" presStyleCnt="0"/>
      <dgm:spPr/>
    </dgm:pt>
    <dgm:pt modelId="{DCF5DE07-7EE8-4897-B9E7-89F3B0868BC0}" type="pres">
      <dgm:prSet presAssocID="{E4F8EDC9-1BC5-4ADB-BE25-7B8EFAB15CE5}" presName="arrowAndChildren" presStyleCnt="0"/>
      <dgm:spPr/>
    </dgm:pt>
    <dgm:pt modelId="{EF760313-1F6C-4606-8D40-E1C99B3366BE}" type="pres">
      <dgm:prSet presAssocID="{E4F8EDC9-1BC5-4ADB-BE25-7B8EFAB15CE5}" presName="parentTextArrow" presStyleLbl="node1" presStyleIdx="3" presStyleCnt="6"/>
      <dgm:spPr/>
    </dgm:pt>
    <dgm:pt modelId="{33CF25E6-458E-4A14-8646-2AE4AEA70CAA}" type="pres">
      <dgm:prSet presAssocID="{54A1DD57-C6A9-482E-9ED2-2F4F7DA66066}" presName="sp" presStyleCnt="0"/>
      <dgm:spPr/>
    </dgm:pt>
    <dgm:pt modelId="{F29E266E-25ED-4E56-9E66-903B6B92E7EA}" type="pres">
      <dgm:prSet presAssocID="{DFFD450B-7D06-47AC-B02F-E1B0A9E3CD89}" presName="arrowAndChildren" presStyleCnt="0"/>
      <dgm:spPr/>
    </dgm:pt>
    <dgm:pt modelId="{A65C31C2-C4E4-4808-A7DD-D720C5110FDD}" type="pres">
      <dgm:prSet presAssocID="{DFFD450B-7D06-47AC-B02F-E1B0A9E3CD89}" presName="parentTextArrow" presStyleLbl="node1" presStyleIdx="4" presStyleCnt="6"/>
      <dgm:spPr/>
    </dgm:pt>
    <dgm:pt modelId="{6CD0C5E2-0D03-4475-8D6E-775DA860FCDC}" type="pres">
      <dgm:prSet presAssocID="{62532703-71F4-4522-84C7-E351B5C395A0}" presName="sp" presStyleCnt="0"/>
      <dgm:spPr/>
    </dgm:pt>
    <dgm:pt modelId="{57D56DBD-A49B-4EA2-A634-7ABF9D852634}" type="pres">
      <dgm:prSet presAssocID="{619C0ED3-1FA1-4D8E-A6D3-C22BFC1C3CDF}" presName="arrowAndChildren" presStyleCnt="0"/>
      <dgm:spPr/>
    </dgm:pt>
    <dgm:pt modelId="{2D3C65E1-9A1C-4E0B-8DB6-3E845706990B}" type="pres">
      <dgm:prSet presAssocID="{619C0ED3-1FA1-4D8E-A6D3-C22BFC1C3CDF}" presName="parentTextArrow" presStyleLbl="node1" presStyleIdx="5" presStyleCnt="6"/>
      <dgm:spPr/>
    </dgm:pt>
  </dgm:ptLst>
  <dgm:cxnLst>
    <dgm:cxn modelId="{F15FB70A-106D-4C47-844A-F3548EC20B23}" type="presOf" srcId="{619C0ED3-1FA1-4D8E-A6D3-C22BFC1C3CDF}" destId="{2D3C65E1-9A1C-4E0B-8DB6-3E845706990B}" srcOrd="0" destOrd="0" presId="urn:microsoft.com/office/officeart/2005/8/layout/process4"/>
    <dgm:cxn modelId="{20B6960F-8052-4509-982C-2A1163C755CB}" srcId="{67B1482D-0097-4ADC-8527-CB3325A2C3D0}" destId="{8483CFFD-E2B5-4FA8-B398-993A212E96C2}" srcOrd="3" destOrd="0" parTransId="{A8DFC93A-4A07-4203-84D8-F81BFF92FDAA}" sibTransId="{FC9C0984-7689-4AFE-872F-A634D1AA610C}"/>
    <dgm:cxn modelId="{1DA83413-F4BD-4F70-A06C-EEF719E35BCD}" srcId="{67B1482D-0097-4ADC-8527-CB3325A2C3D0}" destId="{0C3BB2FD-9D12-4B44-A271-B411A35E6B0A}" srcOrd="4" destOrd="0" parTransId="{CA73697D-8490-4819-A622-E04D7FA3874B}" sibTransId="{91EA61FC-5A45-4B15-B759-576148FA0C6B}"/>
    <dgm:cxn modelId="{55285167-4AA3-4867-B4CB-C2B4C9F268B9}" type="presOf" srcId="{0C3BB2FD-9D12-4B44-A271-B411A35E6B0A}" destId="{A624670E-F724-4BB8-8BA1-ED5A0733F37E}" srcOrd="0" destOrd="0" presId="urn:microsoft.com/office/officeart/2005/8/layout/process4"/>
    <dgm:cxn modelId="{4538DA68-E9EB-42D1-A3D4-CFEB5AE4AB82}" srcId="{67B1482D-0097-4ADC-8527-CB3325A2C3D0}" destId="{619C0ED3-1FA1-4D8E-A6D3-C22BFC1C3CDF}" srcOrd="0" destOrd="0" parTransId="{8A776EA6-B718-47BF-A02F-E401C4C9112C}" sibTransId="{62532703-71F4-4522-84C7-E351B5C395A0}"/>
    <dgm:cxn modelId="{00147F50-4589-4D94-9B60-BC2EE6D38421}" type="presOf" srcId="{E4F8EDC9-1BC5-4ADB-BE25-7B8EFAB15CE5}" destId="{EF760313-1F6C-4606-8D40-E1C99B3366BE}" srcOrd="0" destOrd="0" presId="urn:microsoft.com/office/officeart/2005/8/layout/process4"/>
    <dgm:cxn modelId="{2EDFEA57-EEFD-4591-A141-A68FA17E0F09}" type="presOf" srcId="{DFFD450B-7D06-47AC-B02F-E1B0A9E3CD89}" destId="{A65C31C2-C4E4-4808-A7DD-D720C5110FDD}" srcOrd="0" destOrd="0" presId="urn:microsoft.com/office/officeart/2005/8/layout/process4"/>
    <dgm:cxn modelId="{0CBA3B8C-F1FD-4AD5-998F-158B58F85D18}" srcId="{67B1482D-0097-4ADC-8527-CB3325A2C3D0}" destId="{B4707158-73FC-4E11-A080-F96712C3DEA1}" srcOrd="5" destOrd="0" parTransId="{E8FD5232-81BD-4E47-A44A-EC9D8F55C398}" sibTransId="{CFB7677D-3225-4348-862B-37DD634A4D01}"/>
    <dgm:cxn modelId="{89C147AA-8E3C-449F-A560-6F7DAA6EEDB2}" type="presOf" srcId="{67B1482D-0097-4ADC-8527-CB3325A2C3D0}" destId="{B9AD3661-C1C9-4BEC-B822-E8EFDD9E7AA1}" srcOrd="0" destOrd="0" presId="urn:microsoft.com/office/officeart/2005/8/layout/process4"/>
    <dgm:cxn modelId="{1A6C68B0-B77F-464E-BD91-C4173C855C67}" type="presOf" srcId="{8483CFFD-E2B5-4FA8-B398-993A212E96C2}" destId="{4CC25D85-12ED-470A-8E35-9DFD8732338A}" srcOrd="0" destOrd="0" presId="urn:microsoft.com/office/officeart/2005/8/layout/process4"/>
    <dgm:cxn modelId="{43EB64C5-C486-483B-B68D-BA90553BFCC0}" type="presOf" srcId="{B4707158-73FC-4E11-A080-F96712C3DEA1}" destId="{5DBAFE39-B289-4631-A8BB-A31B2DE5644F}" srcOrd="0" destOrd="0" presId="urn:microsoft.com/office/officeart/2005/8/layout/process4"/>
    <dgm:cxn modelId="{144B77DB-0C1B-4620-8683-58C2E09BCE7D}" srcId="{67B1482D-0097-4ADC-8527-CB3325A2C3D0}" destId="{DFFD450B-7D06-47AC-B02F-E1B0A9E3CD89}" srcOrd="1" destOrd="0" parTransId="{DF74AA5A-4C2A-4474-8BEF-5E024E4D5C0B}" sibTransId="{54A1DD57-C6A9-482E-9ED2-2F4F7DA66066}"/>
    <dgm:cxn modelId="{06E49AE0-35EF-4BD0-918C-42DCEB2B7390}" srcId="{67B1482D-0097-4ADC-8527-CB3325A2C3D0}" destId="{E4F8EDC9-1BC5-4ADB-BE25-7B8EFAB15CE5}" srcOrd="2" destOrd="0" parTransId="{DD513A94-B75C-4B07-AB28-CA7726E24880}" sibTransId="{11E05D52-790D-4FD5-8036-AF98C6BB14FA}"/>
    <dgm:cxn modelId="{D6E4B142-8BA4-4C12-9EDD-574393C37CE0}" type="presParOf" srcId="{B9AD3661-C1C9-4BEC-B822-E8EFDD9E7AA1}" destId="{075C8AF7-7FA4-4F8B-8A76-45B37C9E461D}" srcOrd="0" destOrd="0" presId="urn:microsoft.com/office/officeart/2005/8/layout/process4"/>
    <dgm:cxn modelId="{0BAB9947-9A33-479F-9DF0-EA28B396FA4F}" type="presParOf" srcId="{075C8AF7-7FA4-4F8B-8A76-45B37C9E461D}" destId="{5DBAFE39-B289-4631-A8BB-A31B2DE5644F}" srcOrd="0" destOrd="0" presId="urn:microsoft.com/office/officeart/2005/8/layout/process4"/>
    <dgm:cxn modelId="{7C85FB5D-4D1D-400F-9E73-D7315CBF1281}" type="presParOf" srcId="{B9AD3661-C1C9-4BEC-B822-E8EFDD9E7AA1}" destId="{53B8B96D-928E-46C7-85C7-B3AEF71BB67A}" srcOrd="1" destOrd="0" presId="urn:microsoft.com/office/officeart/2005/8/layout/process4"/>
    <dgm:cxn modelId="{A823BF63-D21A-4BF5-9456-8733DA72CF5F}" type="presParOf" srcId="{B9AD3661-C1C9-4BEC-B822-E8EFDD9E7AA1}" destId="{108F7CE7-2E3D-40DF-8367-BC3E9D0E8D40}" srcOrd="2" destOrd="0" presId="urn:microsoft.com/office/officeart/2005/8/layout/process4"/>
    <dgm:cxn modelId="{2A1EDFF0-326D-4596-AE1A-09A14FA4D14B}" type="presParOf" srcId="{108F7CE7-2E3D-40DF-8367-BC3E9D0E8D40}" destId="{A624670E-F724-4BB8-8BA1-ED5A0733F37E}" srcOrd="0" destOrd="0" presId="urn:microsoft.com/office/officeart/2005/8/layout/process4"/>
    <dgm:cxn modelId="{F7B48A06-87BD-44FF-B756-09946CF7764F}" type="presParOf" srcId="{B9AD3661-C1C9-4BEC-B822-E8EFDD9E7AA1}" destId="{5B5F6C33-0056-4B1C-B05F-3BDF9329BDE9}" srcOrd="3" destOrd="0" presId="urn:microsoft.com/office/officeart/2005/8/layout/process4"/>
    <dgm:cxn modelId="{59A30AE2-AA5A-4777-B73E-BE7BA13D81B5}" type="presParOf" srcId="{B9AD3661-C1C9-4BEC-B822-E8EFDD9E7AA1}" destId="{020C1202-385C-4655-BF8C-E3DAFCCB17EA}" srcOrd="4" destOrd="0" presId="urn:microsoft.com/office/officeart/2005/8/layout/process4"/>
    <dgm:cxn modelId="{5BAACF5B-FB8F-4CB4-BC1F-5D16D383A32E}" type="presParOf" srcId="{020C1202-385C-4655-BF8C-E3DAFCCB17EA}" destId="{4CC25D85-12ED-470A-8E35-9DFD8732338A}" srcOrd="0" destOrd="0" presId="urn:microsoft.com/office/officeart/2005/8/layout/process4"/>
    <dgm:cxn modelId="{2A0FC316-6BD7-41B6-BCE5-B8A4194DC29E}" type="presParOf" srcId="{B9AD3661-C1C9-4BEC-B822-E8EFDD9E7AA1}" destId="{68C91E84-731C-4FD6-84C0-A4C30B24BC20}" srcOrd="5" destOrd="0" presId="urn:microsoft.com/office/officeart/2005/8/layout/process4"/>
    <dgm:cxn modelId="{4575DAA3-9EE7-4391-AF66-BBC1FEB76B79}" type="presParOf" srcId="{B9AD3661-C1C9-4BEC-B822-E8EFDD9E7AA1}" destId="{DCF5DE07-7EE8-4897-B9E7-89F3B0868BC0}" srcOrd="6" destOrd="0" presId="urn:microsoft.com/office/officeart/2005/8/layout/process4"/>
    <dgm:cxn modelId="{D000A204-F8E9-45F7-80FA-A27CF1DC7645}" type="presParOf" srcId="{DCF5DE07-7EE8-4897-B9E7-89F3B0868BC0}" destId="{EF760313-1F6C-4606-8D40-E1C99B3366BE}" srcOrd="0" destOrd="0" presId="urn:microsoft.com/office/officeart/2005/8/layout/process4"/>
    <dgm:cxn modelId="{33E3233D-7649-4FCC-99F3-754E229ECC87}" type="presParOf" srcId="{B9AD3661-C1C9-4BEC-B822-E8EFDD9E7AA1}" destId="{33CF25E6-458E-4A14-8646-2AE4AEA70CAA}" srcOrd="7" destOrd="0" presId="urn:microsoft.com/office/officeart/2005/8/layout/process4"/>
    <dgm:cxn modelId="{16C95F88-B9D4-4CEC-BE60-065F906B71E2}" type="presParOf" srcId="{B9AD3661-C1C9-4BEC-B822-E8EFDD9E7AA1}" destId="{F29E266E-25ED-4E56-9E66-903B6B92E7EA}" srcOrd="8" destOrd="0" presId="urn:microsoft.com/office/officeart/2005/8/layout/process4"/>
    <dgm:cxn modelId="{20431BE4-98DC-4163-BFF6-1FEFFD04AB77}" type="presParOf" srcId="{F29E266E-25ED-4E56-9E66-903B6B92E7EA}" destId="{A65C31C2-C4E4-4808-A7DD-D720C5110FDD}" srcOrd="0" destOrd="0" presId="urn:microsoft.com/office/officeart/2005/8/layout/process4"/>
    <dgm:cxn modelId="{DC949119-B232-421D-99EE-D36A9736688B}" type="presParOf" srcId="{B9AD3661-C1C9-4BEC-B822-E8EFDD9E7AA1}" destId="{6CD0C5E2-0D03-4475-8D6E-775DA860FCDC}" srcOrd="9" destOrd="0" presId="urn:microsoft.com/office/officeart/2005/8/layout/process4"/>
    <dgm:cxn modelId="{51CBD177-1F00-42C1-8FF1-67AA0A198193}" type="presParOf" srcId="{B9AD3661-C1C9-4BEC-B822-E8EFDD9E7AA1}" destId="{57D56DBD-A49B-4EA2-A634-7ABF9D852634}" srcOrd="10" destOrd="0" presId="urn:microsoft.com/office/officeart/2005/8/layout/process4"/>
    <dgm:cxn modelId="{BF2EE71A-A72F-4BA4-9416-3FFF2E7BE16C}" type="presParOf" srcId="{57D56DBD-A49B-4EA2-A634-7ABF9D852634}" destId="{2D3C65E1-9A1C-4E0B-8DB6-3E845706990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AABA1-B4F9-4BBF-BB62-7D34BF797077}">
      <dsp:nvSpPr>
        <dsp:cNvPr id="0" name=""/>
        <dsp:cNvSpPr/>
      </dsp:nvSpPr>
      <dsp:spPr>
        <a:xfrm>
          <a:off x="985650" y="264879"/>
          <a:ext cx="799910" cy="7999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0F810-7B41-4DD7-B625-C84858FCBA26}">
      <dsp:nvSpPr>
        <dsp:cNvPr id="0" name=""/>
        <dsp:cNvSpPr/>
      </dsp:nvSpPr>
      <dsp:spPr>
        <a:xfrm>
          <a:off x="1156123" y="435352"/>
          <a:ext cx="458964" cy="4589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C0780-DF49-44C7-AC9D-25FE3F9F2A1C}">
      <dsp:nvSpPr>
        <dsp:cNvPr id="0" name=""/>
        <dsp:cNvSpPr/>
      </dsp:nvSpPr>
      <dsp:spPr>
        <a:xfrm>
          <a:off x="729941" y="1313942"/>
          <a:ext cx="1311328" cy="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OBJETIVO GENERAL:</a:t>
          </a:r>
        </a:p>
      </dsp:txBody>
      <dsp:txXfrm>
        <a:off x="729941" y="1313942"/>
        <a:ext cx="1311328" cy="622880"/>
      </dsp:txXfrm>
    </dsp:sp>
    <dsp:sp modelId="{AD16930D-06D5-469B-8278-BD929752C546}">
      <dsp:nvSpPr>
        <dsp:cNvPr id="0" name=""/>
        <dsp:cNvSpPr/>
      </dsp:nvSpPr>
      <dsp:spPr>
        <a:xfrm>
          <a:off x="2526461" y="142142"/>
          <a:ext cx="799910" cy="79991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61756-134D-4994-8CB1-4398C35A5CF0}">
      <dsp:nvSpPr>
        <dsp:cNvPr id="0" name=""/>
        <dsp:cNvSpPr/>
      </dsp:nvSpPr>
      <dsp:spPr>
        <a:xfrm>
          <a:off x="2696933" y="312615"/>
          <a:ext cx="458964" cy="4589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73E86-1159-406D-84C0-3CCFE8128554}">
      <dsp:nvSpPr>
        <dsp:cNvPr id="0" name=""/>
        <dsp:cNvSpPr/>
      </dsp:nvSpPr>
      <dsp:spPr>
        <a:xfrm>
          <a:off x="2270752" y="945730"/>
          <a:ext cx="1311328" cy="1113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err="1"/>
            <a:t>Desarrollar</a:t>
          </a:r>
          <a:r>
            <a:rPr lang="en-US" sz="1100" kern="1200"/>
            <a:t> un </a:t>
          </a:r>
          <a:r>
            <a:rPr lang="en-US" sz="1100" kern="1200" err="1"/>
            <a:t>modelo</a:t>
          </a:r>
          <a:r>
            <a:rPr lang="en-US" sz="1100" kern="1200"/>
            <a:t> </a:t>
          </a:r>
          <a:r>
            <a:rPr lang="en-US" sz="1100" kern="1200" err="1"/>
            <a:t>predictivo</a:t>
          </a:r>
          <a:r>
            <a:rPr lang="en-US" sz="1100" kern="1200"/>
            <a:t> para </a:t>
          </a:r>
          <a:r>
            <a:rPr lang="en-US" sz="1100" kern="1200" err="1"/>
            <a:t>estimar</a:t>
          </a:r>
          <a:r>
            <a:rPr lang="en-US" sz="1100" kern="1200"/>
            <a:t> la </a:t>
          </a:r>
          <a:r>
            <a:rPr lang="en-US" sz="1100" kern="1200" err="1"/>
            <a:t>calidad</a:t>
          </a:r>
          <a:r>
            <a:rPr lang="en-US" sz="1100" kern="1200"/>
            <a:t> del </a:t>
          </a:r>
          <a:r>
            <a:rPr lang="en-US" sz="1100" kern="1200" err="1"/>
            <a:t>vinoOBJETIVOS</a:t>
          </a:r>
          <a:r>
            <a:rPr lang="en-US" sz="1100" kern="1200"/>
            <a:t> ESPECÍFICOS:</a:t>
          </a:r>
        </a:p>
      </dsp:txBody>
      <dsp:txXfrm>
        <a:off x="2270752" y="945730"/>
        <a:ext cx="1311328" cy="1113829"/>
      </dsp:txXfrm>
    </dsp:sp>
    <dsp:sp modelId="{B6643F8C-3511-4277-B6AD-7CB69C673815}">
      <dsp:nvSpPr>
        <dsp:cNvPr id="0" name=""/>
        <dsp:cNvSpPr/>
      </dsp:nvSpPr>
      <dsp:spPr>
        <a:xfrm>
          <a:off x="4067271" y="264879"/>
          <a:ext cx="799910" cy="79991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C4A15-B0D4-4A0E-8A14-7DF3D06934FA}">
      <dsp:nvSpPr>
        <dsp:cNvPr id="0" name=""/>
        <dsp:cNvSpPr/>
      </dsp:nvSpPr>
      <dsp:spPr>
        <a:xfrm>
          <a:off x="4237744" y="435352"/>
          <a:ext cx="458964" cy="4589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79B84-C176-445E-90E9-21D9FBCB11BC}">
      <dsp:nvSpPr>
        <dsp:cNvPr id="0" name=""/>
        <dsp:cNvSpPr/>
      </dsp:nvSpPr>
      <dsp:spPr>
        <a:xfrm>
          <a:off x="3811562" y="1313942"/>
          <a:ext cx="1311328" cy="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1. </a:t>
          </a:r>
          <a:r>
            <a:rPr lang="en-US" sz="1100" kern="1200" err="1"/>
            <a:t>Analizar</a:t>
          </a:r>
          <a:r>
            <a:rPr lang="en-US" sz="1100" kern="1200"/>
            <a:t> </a:t>
          </a:r>
          <a:r>
            <a:rPr lang="en-US" sz="1100" kern="1200" err="1"/>
            <a:t>el</a:t>
          </a:r>
          <a:r>
            <a:rPr lang="en-US" sz="1100" kern="1200"/>
            <a:t> dataset (EDA) para </a:t>
          </a:r>
          <a:r>
            <a:rPr lang="en-US" sz="1100" kern="1200" err="1"/>
            <a:t>entender</a:t>
          </a:r>
          <a:r>
            <a:rPr lang="en-US" sz="1100" kern="1200"/>
            <a:t> </a:t>
          </a:r>
          <a:r>
            <a:rPr lang="en-US" sz="1100" kern="1200" err="1"/>
            <a:t>distribución</a:t>
          </a:r>
          <a:r>
            <a:rPr lang="en-US" sz="1100" kern="1200"/>
            <a:t> y </a:t>
          </a:r>
          <a:r>
            <a:rPr lang="en-US" sz="1100" kern="1200" err="1"/>
            <a:t>correlaciones</a:t>
          </a:r>
          <a:r>
            <a:rPr lang="en-US" sz="1100" kern="1200"/>
            <a:t>.</a:t>
          </a:r>
        </a:p>
      </dsp:txBody>
      <dsp:txXfrm>
        <a:off x="3811562" y="1313942"/>
        <a:ext cx="1311328" cy="622880"/>
      </dsp:txXfrm>
    </dsp:sp>
    <dsp:sp modelId="{74D09CCE-D48A-485D-8D6A-DFED41D4A553}">
      <dsp:nvSpPr>
        <dsp:cNvPr id="0" name=""/>
        <dsp:cNvSpPr/>
      </dsp:nvSpPr>
      <dsp:spPr>
        <a:xfrm>
          <a:off x="5608082" y="264879"/>
          <a:ext cx="799910" cy="79991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35818-7EF4-4077-9F0B-37AFCB85174C}">
      <dsp:nvSpPr>
        <dsp:cNvPr id="0" name=""/>
        <dsp:cNvSpPr/>
      </dsp:nvSpPr>
      <dsp:spPr>
        <a:xfrm>
          <a:off x="5778554" y="435352"/>
          <a:ext cx="458964" cy="4589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6E6BF-5C9A-44B8-ABAD-80BB27152C9B}">
      <dsp:nvSpPr>
        <dsp:cNvPr id="0" name=""/>
        <dsp:cNvSpPr/>
      </dsp:nvSpPr>
      <dsp:spPr>
        <a:xfrm>
          <a:off x="5352373" y="1313942"/>
          <a:ext cx="1311328" cy="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2. </a:t>
          </a:r>
          <a:r>
            <a:rPr lang="en-US" sz="1100" kern="1200" err="1"/>
            <a:t>Evaluar</a:t>
          </a:r>
          <a:r>
            <a:rPr lang="en-US" sz="1100" kern="1200"/>
            <a:t> </a:t>
          </a:r>
          <a:r>
            <a:rPr lang="en-US" sz="1100" kern="1200" err="1"/>
            <a:t>problemas</a:t>
          </a:r>
          <a:r>
            <a:rPr lang="en-US" sz="1100" kern="1200"/>
            <a:t> de </a:t>
          </a:r>
          <a:r>
            <a:rPr lang="en-US" sz="1100" kern="1200" err="1"/>
            <a:t>regresión</a:t>
          </a:r>
          <a:r>
            <a:rPr lang="en-US" sz="1100" kern="1200"/>
            <a:t> y </a:t>
          </a:r>
          <a:r>
            <a:rPr lang="en-US" sz="1100" kern="1200" err="1"/>
            <a:t>establecer</a:t>
          </a:r>
          <a:r>
            <a:rPr lang="en-US" sz="1100" kern="1200"/>
            <a:t> </a:t>
          </a:r>
          <a:r>
            <a:rPr lang="en-US" sz="1100" kern="1200" err="1"/>
            <a:t>una</a:t>
          </a:r>
          <a:r>
            <a:rPr lang="en-US" sz="1100" kern="1200"/>
            <a:t> </a:t>
          </a:r>
          <a:r>
            <a:rPr lang="en-US" sz="1100" kern="1200" err="1"/>
            <a:t>línea</a:t>
          </a:r>
          <a:r>
            <a:rPr lang="en-US" sz="1100" kern="1200"/>
            <a:t> base.</a:t>
          </a:r>
        </a:p>
      </dsp:txBody>
      <dsp:txXfrm>
        <a:off x="5352373" y="1313942"/>
        <a:ext cx="1311328" cy="622880"/>
      </dsp:txXfrm>
    </dsp:sp>
    <dsp:sp modelId="{F45C82C7-FF6D-45EA-8AAA-CAEAFA530B47}">
      <dsp:nvSpPr>
        <dsp:cNvPr id="0" name=""/>
        <dsp:cNvSpPr/>
      </dsp:nvSpPr>
      <dsp:spPr>
        <a:xfrm>
          <a:off x="1756055" y="2387392"/>
          <a:ext cx="799910" cy="79991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F64D2-448D-4DA3-B14D-53C9B134E800}">
      <dsp:nvSpPr>
        <dsp:cNvPr id="0" name=""/>
        <dsp:cNvSpPr/>
      </dsp:nvSpPr>
      <dsp:spPr>
        <a:xfrm>
          <a:off x="1926528" y="2557864"/>
          <a:ext cx="458964" cy="4589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7E0967-02A5-4CA7-9202-9966CFE8E0A9}">
      <dsp:nvSpPr>
        <dsp:cNvPr id="0" name=""/>
        <dsp:cNvSpPr/>
      </dsp:nvSpPr>
      <dsp:spPr>
        <a:xfrm>
          <a:off x="1500346" y="3436454"/>
          <a:ext cx="1311328" cy="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3. </a:t>
          </a:r>
          <a:r>
            <a:rPr lang="en-US" sz="1100" kern="1200" err="1"/>
            <a:t>Implementar</a:t>
          </a:r>
          <a:r>
            <a:rPr lang="en-US" sz="1100" kern="1200"/>
            <a:t> Bagging (Random Forest) para </a:t>
          </a:r>
          <a:r>
            <a:rPr lang="en-US" sz="1100" kern="1200" err="1"/>
            <a:t>reducir</a:t>
          </a:r>
          <a:r>
            <a:rPr lang="en-US" sz="1100" kern="1200"/>
            <a:t> </a:t>
          </a:r>
          <a:r>
            <a:rPr lang="en-US" sz="1100" kern="1200" err="1"/>
            <a:t>varianza</a:t>
          </a:r>
          <a:r>
            <a:rPr lang="en-US" sz="1100" kern="1200"/>
            <a:t>.</a:t>
          </a:r>
        </a:p>
      </dsp:txBody>
      <dsp:txXfrm>
        <a:off x="1500346" y="3436454"/>
        <a:ext cx="1311328" cy="622880"/>
      </dsp:txXfrm>
    </dsp:sp>
    <dsp:sp modelId="{1C36C3A3-073C-4438-B3E3-258F9DA13FFA}">
      <dsp:nvSpPr>
        <dsp:cNvPr id="0" name=""/>
        <dsp:cNvSpPr/>
      </dsp:nvSpPr>
      <dsp:spPr>
        <a:xfrm>
          <a:off x="3296866" y="2387392"/>
          <a:ext cx="799910" cy="7999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FA8E3-BDC0-4273-BB31-BACD6F3DFA2A}">
      <dsp:nvSpPr>
        <dsp:cNvPr id="0" name=""/>
        <dsp:cNvSpPr/>
      </dsp:nvSpPr>
      <dsp:spPr>
        <a:xfrm>
          <a:off x="3467339" y="2557864"/>
          <a:ext cx="458964" cy="45896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AE695-851C-4434-86CB-419F72327DBB}">
      <dsp:nvSpPr>
        <dsp:cNvPr id="0" name=""/>
        <dsp:cNvSpPr/>
      </dsp:nvSpPr>
      <dsp:spPr>
        <a:xfrm>
          <a:off x="3041157" y="3436454"/>
          <a:ext cx="1311328" cy="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4. </a:t>
          </a:r>
          <a:r>
            <a:rPr lang="en-US" sz="1100" kern="1200" err="1"/>
            <a:t>Implementar</a:t>
          </a:r>
          <a:r>
            <a:rPr lang="en-US" sz="1100" kern="1200"/>
            <a:t> Boosting (</a:t>
          </a:r>
          <a:r>
            <a:rPr lang="en-US" sz="1100" kern="1200" err="1"/>
            <a:t>XGBoost</a:t>
          </a:r>
          <a:r>
            <a:rPr lang="en-US" sz="1100" kern="1200"/>
            <a:t>) para </a:t>
          </a:r>
          <a:r>
            <a:rPr lang="en-US" sz="1100" kern="1200" err="1"/>
            <a:t>reducir</a:t>
          </a:r>
          <a:r>
            <a:rPr lang="en-US" sz="1100" kern="1200"/>
            <a:t> </a:t>
          </a:r>
          <a:r>
            <a:rPr lang="en-US" sz="1100" kern="1200" err="1"/>
            <a:t>sesgo</a:t>
          </a:r>
          <a:r>
            <a:rPr lang="en-US" sz="1100" kern="1200"/>
            <a:t>.</a:t>
          </a:r>
        </a:p>
      </dsp:txBody>
      <dsp:txXfrm>
        <a:off x="3041157" y="3436454"/>
        <a:ext cx="1311328" cy="622880"/>
      </dsp:txXfrm>
    </dsp:sp>
    <dsp:sp modelId="{23DF74BF-0DC2-4AD5-B4B7-0DCC1FB25E66}">
      <dsp:nvSpPr>
        <dsp:cNvPr id="0" name=""/>
        <dsp:cNvSpPr/>
      </dsp:nvSpPr>
      <dsp:spPr>
        <a:xfrm>
          <a:off x="4837676" y="2387392"/>
          <a:ext cx="799910" cy="79991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F3C84-50D8-4E05-B507-17F86D2E505B}">
      <dsp:nvSpPr>
        <dsp:cNvPr id="0" name=""/>
        <dsp:cNvSpPr/>
      </dsp:nvSpPr>
      <dsp:spPr>
        <a:xfrm>
          <a:off x="5008149" y="2557864"/>
          <a:ext cx="458964" cy="45896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75A13-0B03-4449-8B6B-1C7651B041F7}">
      <dsp:nvSpPr>
        <dsp:cNvPr id="0" name=""/>
        <dsp:cNvSpPr/>
      </dsp:nvSpPr>
      <dsp:spPr>
        <a:xfrm>
          <a:off x="4581967" y="3436454"/>
          <a:ext cx="1311328" cy="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5. Comparar métricas técnicas para seleccionar el mejor modelo.</a:t>
          </a:r>
        </a:p>
      </dsp:txBody>
      <dsp:txXfrm>
        <a:off x="4581967" y="3436454"/>
        <a:ext cx="1311328" cy="622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AFE39-B289-4631-A8BB-A31B2DE5644F}">
      <dsp:nvSpPr>
        <dsp:cNvPr id="0" name=""/>
        <dsp:cNvSpPr/>
      </dsp:nvSpPr>
      <dsp:spPr>
        <a:xfrm>
          <a:off x="0" y="4649341"/>
          <a:ext cx="4492602" cy="6102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Objetivo: Minimizar residuos cuadráticos.</a:t>
          </a:r>
        </a:p>
      </dsp:txBody>
      <dsp:txXfrm>
        <a:off x="0" y="4649341"/>
        <a:ext cx="4492602" cy="610223"/>
      </dsp:txXfrm>
    </dsp:sp>
    <dsp:sp modelId="{A624670E-F724-4BB8-8BA1-ED5A0733F37E}">
      <dsp:nvSpPr>
        <dsp:cNvPr id="0" name=""/>
        <dsp:cNvSpPr/>
      </dsp:nvSpPr>
      <dsp:spPr>
        <a:xfrm rot="10800000">
          <a:off x="0" y="3719970"/>
          <a:ext cx="4492602" cy="93852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Configuración: Ajuste de learning_rate y regularización.</a:t>
          </a:r>
        </a:p>
      </dsp:txBody>
      <dsp:txXfrm rot="10800000">
        <a:off x="0" y="3719970"/>
        <a:ext cx="4492602" cy="609824"/>
      </dsp:txXfrm>
    </dsp:sp>
    <dsp:sp modelId="{4CC25D85-12ED-470A-8E35-9DFD8732338A}">
      <dsp:nvSpPr>
        <dsp:cNvPr id="0" name=""/>
        <dsp:cNvSpPr/>
      </dsp:nvSpPr>
      <dsp:spPr>
        <a:xfrm rot="10800000">
          <a:off x="0" y="2790600"/>
          <a:ext cx="4492602" cy="93852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MODELO 2: XGBOOST</a:t>
          </a:r>
        </a:p>
      </dsp:txBody>
      <dsp:txXfrm rot="10800000">
        <a:off x="0" y="2790600"/>
        <a:ext cx="4492602" cy="609824"/>
      </dsp:txXfrm>
    </dsp:sp>
    <dsp:sp modelId="{EF760313-1F6C-4606-8D40-E1C99B3366BE}">
      <dsp:nvSpPr>
        <dsp:cNvPr id="0" name=""/>
        <dsp:cNvSpPr/>
      </dsp:nvSpPr>
      <dsp:spPr>
        <a:xfrm rot="10800000">
          <a:off x="0" y="1861229"/>
          <a:ext cx="4492602" cy="938523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Semilla (Random State) fijada para reproducibilidad.</a:t>
          </a:r>
        </a:p>
      </dsp:txBody>
      <dsp:txXfrm rot="10800000">
        <a:off x="0" y="1861229"/>
        <a:ext cx="4492602" cy="609824"/>
      </dsp:txXfrm>
    </dsp:sp>
    <dsp:sp modelId="{A65C31C2-C4E4-4808-A7DD-D720C5110FDD}">
      <dsp:nvSpPr>
        <dsp:cNvPr id="0" name=""/>
        <dsp:cNvSpPr/>
      </dsp:nvSpPr>
      <dsp:spPr>
        <a:xfrm rot="10800000">
          <a:off x="0" y="931859"/>
          <a:ext cx="4492602" cy="938523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Configuración: Optimización de n_estimators y max_depth.</a:t>
          </a:r>
        </a:p>
      </dsp:txBody>
      <dsp:txXfrm rot="10800000">
        <a:off x="0" y="931859"/>
        <a:ext cx="4492602" cy="609824"/>
      </dsp:txXfrm>
    </dsp:sp>
    <dsp:sp modelId="{2D3C65E1-9A1C-4E0B-8DB6-3E845706990B}">
      <dsp:nvSpPr>
        <dsp:cNvPr id="0" name=""/>
        <dsp:cNvSpPr/>
      </dsp:nvSpPr>
      <dsp:spPr>
        <a:xfrm rot="10800000">
          <a:off x="0" y="2489"/>
          <a:ext cx="4492602" cy="938523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MODELO 1: RANDOM FOREST</a:t>
          </a:r>
        </a:p>
      </dsp:txBody>
      <dsp:txXfrm rot="10800000">
        <a:off x="0" y="2489"/>
        <a:ext cx="4492602" cy="609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38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8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005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9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2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4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0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2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7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 montón de corchos usados">
            <a:extLst>
              <a:ext uri="{FF2B5EF4-FFF2-40B4-BE49-F238E27FC236}">
                <a16:creationId xmlns:a16="http://schemas.microsoft.com/office/drawing/2014/main" id="{4E6C6A3C-27E1-2725-41F5-1F461F6B06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386" r="9613" b="-2"/>
          <a:stretch>
            <a:fillRect/>
          </a:stretch>
        </p:blipFill>
        <p:spPr>
          <a:xfrm>
            <a:off x="20" y="-2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49" y="454152"/>
            <a:ext cx="7063740" cy="4041648"/>
          </a:xfrm>
        </p:spPr>
        <p:txBody>
          <a:bodyPr>
            <a:normAutofit/>
          </a:bodyPr>
          <a:lstStyle/>
          <a:p>
            <a:r>
              <a:rPr lang="es-ES" err="1"/>
              <a:t>Predicción</a:t>
            </a:r>
            <a:r>
              <a:t> de Calidad de Vino Tinto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310" y="4630994"/>
            <a:ext cx="7793834" cy="1861246"/>
          </a:xfrm>
        </p:spPr>
        <p:txBody>
          <a:bodyPr>
            <a:normAutofit fontScale="77500" lnSpcReduction="20000"/>
          </a:bodyPr>
          <a:lstStyle/>
          <a:p>
            <a:r>
              <a:rPr lang="es-ES">
                <a:solidFill>
                  <a:schemeClr val="tx1"/>
                </a:solidFill>
              </a:rPr>
              <a:t>Análisis de Datos y Modelos de Ensamble</a:t>
            </a:r>
          </a:p>
          <a:p>
            <a:endParaRPr lang="es-ES">
              <a:solidFill>
                <a:schemeClr val="tx1"/>
              </a:solidFill>
            </a:endParaRPr>
          </a:p>
          <a:p>
            <a:r>
              <a:rPr lang="es-ES">
                <a:solidFill>
                  <a:schemeClr val="tx1"/>
                </a:solidFill>
              </a:rPr>
              <a:t>Adrian Marcelo Ballesteros Herrera</a:t>
            </a:r>
          </a:p>
          <a:p>
            <a:r>
              <a:rPr lang="es-ES" err="1">
                <a:solidFill>
                  <a:schemeClr val="tx1"/>
                </a:solidFill>
              </a:rPr>
              <a:t>Maria</a:t>
            </a:r>
            <a:r>
              <a:rPr lang="es-ES">
                <a:solidFill>
                  <a:schemeClr val="tx1"/>
                </a:solidFill>
              </a:rPr>
              <a:t> Fernanda Mu</a:t>
            </a:r>
            <a:r>
              <a:rPr lang="es-MX" err="1">
                <a:solidFill>
                  <a:schemeClr val="tx1"/>
                </a:solidFill>
              </a:rPr>
              <a:t>ñoz</a:t>
            </a:r>
            <a:r>
              <a:rPr lang="es-MX">
                <a:solidFill>
                  <a:schemeClr val="tx1"/>
                </a:solidFill>
              </a:rPr>
              <a:t> Sevilla</a:t>
            </a:r>
          </a:p>
          <a:p>
            <a:r>
              <a:rPr lang="es-ES">
                <a:solidFill>
                  <a:schemeClr val="tx1"/>
                </a:solidFill>
              </a:rPr>
              <a:t>Miguel Aaron </a:t>
            </a:r>
            <a:r>
              <a:rPr lang="es-ES" err="1">
                <a:solidFill>
                  <a:schemeClr val="tx1"/>
                </a:solidFill>
              </a:rPr>
              <a:t>Castillon</a:t>
            </a:r>
            <a:r>
              <a:rPr lang="es-ES">
                <a:solidFill>
                  <a:schemeClr val="tx1"/>
                </a:solidFill>
              </a:rPr>
              <a:t> Ochoa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Objetivos del Proyecto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939F2B-0DC3-7EF7-39C7-31DCAB583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840062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15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r>
              <a:rPr lang="es-MX" sz="2600">
                <a:solidFill>
                  <a:srgbClr val="FFFFFF"/>
                </a:solidFill>
              </a:rPr>
              <a:t>Metodología de Modelado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D9F7DE-CD49-9306-AB80-71823C80F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699984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742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B0A71E0-A44F-82BD-9FC4-734ED900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" r="275"/>
          <a:stretch>
            <a:fillRect/>
          </a:stretch>
        </p:blipFill>
        <p:spPr>
          <a:xfrm>
            <a:off x="460723" y="1926146"/>
            <a:ext cx="8178940" cy="370388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2418DA4-3F6B-0040-765A-914CF5FDA60E}"/>
              </a:ext>
            </a:extLst>
          </p:cNvPr>
          <p:cNvSpPr txBox="1"/>
          <p:nvPr/>
        </p:nvSpPr>
        <p:spPr>
          <a:xfrm>
            <a:off x="438911" y="860942"/>
            <a:ext cx="37138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2800" b="1"/>
              <a:t>PIPLINE</a:t>
            </a:r>
          </a:p>
        </p:txBody>
      </p:sp>
    </p:spTree>
    <p:extLst>
      <p:ext uri="{BB962C8B-B14F-4D97-AF65-F5344CB8AC3E}">
        <p14:creationId xmlns:p14="http://schemas.microsoft.com/office/powerpoint/2010/main" val="2130015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A3D8AB-075F-4BA0-86FD-E58CCD85B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F614DA-B02F-4FFD-96B0-85F2695C5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406"/>
            <a:ext cx="9150823" cy="6860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6B3A5-493A-486E-9673-07E096C0A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8934"/>
            <a:ext cx="9150823" cy="2669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4452182"/>
            <a:ext cx="7269480" cy="15960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err="1">
                <a:solidFill>
                  <a:schemeClr val="bg1">
                    <a:alpha val="80000"/>
                  </a:schemeClr>
                </a:solidFill>
              </a:rPr>
              <a:t>Resultados</a:t>
            </a:r>
            <a:r>
              <a:rPr lang="en-US" sz="4400">
                <a:solidFill>
                  <a:schemeClr val="bg1">
                    <a:alpha val="80000"/>
                  </a:schemeClr>
                </a:solidFill>
              </a:rPr>
              <a:t>: </a:t>
            </a:r>
            <a:r>
              <a:rPr lang="en-US" sz="4400" err="1">
                <a:solidFill>
                  <a:schemeClr val="bg1">
                    <a:alpha val="80000"/>
                  </a:schemeClr>
                </a:solidFill>
              </a:rPr>
              <a:t>Regresión</a:t>
            </a:r>
            <a:r>
              <a:rPr lang="en-US" sz="4400">
                <a:solidFill>
                  <a:schemeClr val="bg1">
                    <a:alpha val="80000"/>
                  </a:schemeClr>
                </a:solidFill>
              </a:rPr>
              <a:t> Lineal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498" y="390427"/>
            <a:ext cx="6446520" cy="303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err="1"/>
              <a:t>Métricas</a:t>
            </a:r>
            <a:r>
              <a:rPr lang="en-US"/>
              <a:t> del Modelo de </a:t>
            </a:r>
            <a:r>
              <a:rPr lang="en-US" err="1"/>
              <a:t>Regresión</a:t>
            </a:r>
            <a:r>
              <a:rPr lang="en-US"/>
              <a:t> Lineal:</a:t>
            </a:r>
          </a:p>
          <a:p>
            <a:pPr defTabSz="914400">
              <a:buClr>
                <a:schemeClr val="accent1"/>
              </a:buClr>
            </a:pPr>
            <a:br>
              <a:rPr lang="en-US"/>
            </a:br>
            <a:r>
              <a:rPr lang="en-US">
                <a:ea typeface="+mn-lt"/>
                <a:cs typeface="+mn-lt"/>
              </a:rPr>
              <a:t>RMSE </a:t>
            </a:r>
            <a:r>
              <a:rPr lang="en-US" err="1">
                <a:ea typeface="+mn-lt"/>
                <a:cs typeface="+mn-lt"/>
              </a:rPr>
              <a:t>promedio</a:t>
            </a:r>
            <a:r>
              <a:rPr lang="en-US">
                <a:ea typeface="+mn-lt"/>
                <a:cs typeface="+mn-lt"/>
              </a:rPr>
              <a:t>: 0.6534</a:t>
            </a:r>
          </a:p>
          <a:p>
            <a:pPr defTabSz="914400"/>
            <a:r>
              <a:rPr lang="en-US">
                <a:ea typeface="+mn-lt"/>
                <a:cs typeface="+mn-lt"/>
              </a:rPr>
              <a:t>RMSE </a:t>
            </a:r>
            <a:r>
              <a:rPr lang="en-US" err="1">
                <a:ea typeface="+mn-lt"/>
                <a:cs typeface="+mn-lt"/>
              </a:rPr>
              <a:t>desviación</a:t>
            </a:r>
            <a:r>
              <a:rPr lang="en-US">
                <a:ea typeface="+mn-lt"/>
                <a:cs typeface="+mn-lt"/>
              </a:rPr>
              <a:t>: 0.039872</a:t>
            </a:r>
            <a:endParaRPr lang="en-US"/>
          </a:p>
          <a:p>
            <a:pPr defTabSz="914400"/>
            <a:r>
              <a:rPr lang="en-US">
                <a:ea typeface="+mn-lt"/>
                <a:cs typeface="+mn-lt"/>
              </a:rPr>
              <a:t>R² </a:t>
            </a:r>
            <a:r>
              <a:rPr lang="en-US" err="1">
                <a:ea typeface="+mn-lt"/>
                <a:cs typeface="+mn-lt"/>
              </a:rPr>
              <a:t>promedio</a:t>
            </a:r>
            <a:r>
              <a:rPr lang="en-US">
                <a:ea typeface="+mn-lt"/>
                <a:cs typeface="+mn-lt"/>
              </a:rPr>
              <a:t>: 0.342703</a:t>
            </a:r>
            <a:endParaRPr lang="en-US"/>
          </a:p>
          <a:p>
            <a:pPr indent="-182880" defTabSz="914400">
              <a:spcAft>
                <a:spcPts val="600"/>
              </a:spcAft>
            </a:pPr>
            <a:r>
              <a:rPr lang="en-US">
                <a:ea typeface="+mn-lt"/>
                <a:cs typeface="+mn-lt"/>
              </a:rPr>
              <a:t>R² </a:t>
            </a:r>
            <a:r>
              <a:rPr lang="en-US" err="1">
                <a:ea typeface="+mn-lt"/>
                <a:cs typeface="+mn-lt"/>
              </a:rPr>
              <a:t>desviación</a:t>
            </a:r>
            <a:r>
              <a:rPr lang="en-US">
                <a:ea typeface="+mn-lt"/>
                <a:cs typeface="+mn-lt"/>
              </a:rPr>
              <a:t>: 0.063689</a:t>
            </a:r>
            <a:endParaRPr lang="en-US"/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br>
              <a:rPr lang="en-US"/>
            </a:br>
            <a:endParaRPr lang="en-US"/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A2773F7-BB68-AA2F-90C5-5139CC42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43" y="797719"/>
            <a:ext cx="4510088" cy="325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3E9AF-D3A4-369F-4A6B-BC46F44E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A7793E-65DE-FC82-FA7A-EDA1ABCF9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2B34057-1173-7081-1F86-91195F323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406"/>
            <a:ext cx="9150823" cy="6860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8742F6-191B-3556-8D55-75441C81B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8934"/>
            <a:ext cx="9150823" cy="2669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BC024-CDEB-9ACC-CAA4-860682FE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4452182"/>
            <a:ext cx="7269480" cy="15960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bg1">
                    <a:alpha val="80000"/>
                  </a:schemeClr>
                </a:solidFill>
              </a:rPr>
              <a:t>Resultados: Random Forest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2B843-40E1-4CE1-38D1-3263538EE922}"/>
              </a:ext>
            </a:extLst>
          </p:cNvPr>
          <p:cNvSpPr txBox="1"/>
          <p:nvPr/>
        </p:nvSpPr>
        <p:spPr>
          <a:xfrm>
            <a:off x="386810" y="390427"/>
            <a:ext cx="5303521" cy="303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err="1"/>
              <a:t>Métricas</a:t>
            </a:r>
            <a:r>
              <a:rPr lang="en-US"/>
              <a:t> del Modelo :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br>
              <a:rPr lang="en-US"/>
            </a:br>
            <a:r>
              <a:rPr lang="en-US"/>
              <a:t>media del RMSE (Test): 0.6388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err="1"/>
              <a:t>Desviacion</a:t>
            </a:r>
            <a:r>
              <a:rPr lang="en-US"/>
              <a:t>: 0.0139181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/>
              <a:t>Media de R2 Score: 0.3954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err="1"/>
              <a:t>Desviacion</a:t>
            </a:r>
            <a:r>
              <a:rPr lang="en-US"/>
              <a:t>: 0.03859</a:t>
            </a:r>
            <a:br>
              <a:rPr lang="en-US"/>
            </a:br>
            <a:r>
              <a:rPr lang="en-US" err="1"/>
              <a:t>Observaciones</a:t>
            </a:r>
            <a:r>
              <a:rPr lang="en-US"/>
              <a:t>:</a:t>
            </a:r>
            <a:br>
              <a:rPr lang="en-US"/>
            </a:br>
            <a:r>
              <a:rPr lang="en-US"/>
              <a:t>Las variables mas </a:t>
            </a:r>
            <a:r>
              <a:rPr lang="en-US" err="1"/>
              <a:t>importantes</a:t>
            </a:r>
            <a:r>
              <a:rPr lang="en-US"/>
              <a:t> </a:t>
            </a:r>
            <a:r>
              <a:rPr lang="en-US" err="1"/>
              <a:t>fueron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alcohol,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sulfatos</a:t>
            </a:r>
            <a:r>
              <a:rPr lang="en-US"/>
              <a:t> y la </a:t>
            </a:r>
            <a:r>
              <a:rPr lang="en-US" err="1"/>
              <a:t>acidez</a:t>
            </a:r>
            <a:r>
              <a:rPr lang="en-US"/>
              <a:t> </a:t>
            </a:r>
            <a:r>
              <a:rPr lang="en-US" err="1"/>
              <a:t>volatil</a:t>
            </a:r>
            <a:r>
              <a:rPr lang="en-US"/>
              <a:t>.</a:t>
            </a:r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E922AD0-3CB7-F959-4D2C-07DD56135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764379"/>
            <a:ext cx="4121945" cy="290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9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A3D8AB-075F-4BA0-86FD-E58CCD85B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F614DA-B02F-4FFD-96B0-85F2695C5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406"/>
            <a:ext cx="9150823" cy="6860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6B3A5-493A-486E-9673-07E096C0A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8934"/>
            <a:ext cx="9150823" cy="2669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4452182"/>
            <a:ext cx="7269480" cy="15960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bg1">
                    <a:alpha val="80000"/>
                  </a:schemeClr>
                </a:solidFill>
              </a:rPr>
              <a:t>Resultados: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029" y="545209"/>
            <a:ext cx="6446520" cy="303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US" dirty="0" err="1"/>
              <a:t>Métricas</a:t>
            </a:r>
            <a:r>
              <a:rPr lang="en-US" dirty="0"/>
              <a:t> del Modelo </a:t>
            </a:r>
            <a:r>
              <a:rPr lang="en-US" dirty="0" err="1"/>
              <a:t>XGBoost</a:t>
            </a:r>
            <a:r>
              <a:rPr lang="en-US" dirty="0"/>
              <a:t>:</a:t>
            </a:r>
          </a:p>
          <a:p>
            <a:pPr indent="-182880" defTabSz="914400">
              <a:spcAft>
                <a:spcPts val="600"/>
              </a:spcAft>
            </a:pPr>
            <a:endParaRPr lang="en-US">
              <a:ea typeface="+mn-lt"/>
              <a:cs typeface="+mn-lt"/>
            </a:endParaRPr>
          </a:p>
          <a:p>
            <a:pPr defTabSz="914400"/>
            <a:r>
              <a:rPr lang="en-US" dirty="0">
                <a:ea typeface="+mn-lt"/>
                <a:cs typeface="+mn-lt"/>
              </a:rPr>
              <a:t>RMSE </a:t>
            </a:r>
            <a:r>
              <a:rPr lang="en-US" dirty="0" err="1">
                <a:ea typeface="+mn-lt"/>
                <a:cs typeface="+mn-lt"/>
              </a:rPr>
              <a:t>promedio</a:t>
            </a:r>
            <a:r>
              <a:rPr lang="en-US" dirty="0">
                <a:ea typeface="+mn-lt"/>
                <a:cs typeface="+mn-lt"/>
              </a:rPr>
              <a:t>: 0.5691222</a:t>
            </a:r>
            <a:endParaRPr lang="en-US"/>
          </a:p>
          <a:p>
            <a:pPr defTabSz="914400"/>
            <a:r>
              <a:rPr lang="en-US" dirty="0">
                <a:ea typeface="+mn-lt"/>
                <a:cs typeface="+mn-lt"/>
              </a:rPr>
              <a:t>RMSE </a:t>
            </a:r>
            <a:r>
              <a:rPr lang="en-US" dirty="0" err="1">
                <a:ea typeface="+mn-lt"/>
                <a:cs typeface="+mn-lt"/>
              </a:rPr>
              <a:t>desviación</a:t>
            </a:r>
            <a:r>
              <a:rPr lang="en-US" dirty="0">
                <a:ea typeface="+mn-lt"/>
                <a:cs typeface="+mn-lt"/>
              </a:rPr>
              <a:t>: 0.02324</a:t>
            </a:r>
            <a:endParaRPr lang="en-US"/>
          </a:p>
          <a:p>
            <a:pPr defTabSz="914400"/>
            <a:r>
              <a:rPr lang="en-US" dirty="0">
                <a:ea typeface="+mn-lt"/>
                <a:cs typeface="+mn-lt"/>
              </a:rPr>
              <a:t>R² </a:t>
            </a:r>
            <a:r>
              <a:rPr lang="en-US" dirty="0" err="1">
                <a:ea typeface="+mn-lt"/>
                <a:cs typeface="+mn-lt"/>
              </a:rPr>
              <a:t>promedio</a:t>
            </a:r>
            <a:r>
              <a:rPr lang="en-US" dirty="0">
                <a:ea typeface="+mn-lt"/>
                <a:cs typeface="+mn-lt"/>
              </a:rPr>
              <a:t>: 0.501623</a:t>
            </a:r>
          </a:p>
          <a:p>
            <a:pPr defTabSz="914400"/>
            <a:r>
              <a:rPr lang="en-US" dirty="0">
                <a:latin typeface="Century Schoolbook"/>
                <a:ea typeface="+mn-lt"/>
                <a:cs typeface="+mn-lt"/>
              </a:rPr>
              <a:t>R² </a:t>
            </a:r>
            <a:r>
              <a:rPr lang="en-US" dirty="0" err="1">
                <a:latin typeface="Century Schoolbook"/>
                <a:ea typeface="+mn-lt"/>
                <a:cs typeface="+mn-lt"/>
              </a:rPr>
              <a:t>desviación</a:t>
            </a:r>
            <a:r>
              <a:rPr lang="en-US" dirty="0">
                <a:latin typeface="Century Schoolbook"/>
                <a:ea typeface="+mn-lt"/>
                <a:cs typeface="+mn-lt"/>
              </a:rPr>
              <a:t>: 0.0326562</a:t>
            </a:r>
            <a:endParaRPr lang="en-US" dirty="0">
              <a:latin typeface="Century Schoolbook"/>
            </a:endParaRPr>
          </a:p>
          <a:p>
            <a:pPr defTabSz="914400">
              <a:defRPr b="1"/>
            </a:pPr>
            <a:endParaRPr lang="en-US"/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br>
              <a:rPr lang="en-US" dirty="0"/>
            </a:br>
            <a:endParaRPr lang="en-US"/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B38ED35-3B66-43FC-3BD3-081A429A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813" y="385762"/>
            <a:ext cx="5250655" cy="36337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774" y="365760"/>
            <a:ext cx="4498258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Comparación y Conclusiones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3" name="TextBox 2"/>
          <p:cNvSpPr txBox="1"/>
          <p:nvPr/>
        </p:nvSpPr>
        <p:spPr>
          <a:xfrm>
            <a:off x="908354" y="2005739"/>
            <a:ext cx="4511678" cy="41743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82880" algn="just"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dirty="0">
                <a:ea typeface="+mn-lt"/>
                <a:cs typeface="+mn-lt"/>
              </a:rPr>
              <a:t>Los </a:t>
            </a:r>
            <a:r>
              <a:rPr lang="en-US" sz="1700" dirty="0" err="1">
                <a:ea typeface="+mn-lt"/>
                <a:cs typeface="+mn-lt"/>
              </a:rPr>
              <a:t>resultados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muestran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que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XGBoost</a:t>
            </a:r>
            <a:r>
              <a:rPr lang="en-US" sz="1700" dirty="0">
                <a:ea typeface="+mn-lt"/>
                <a:cs typeface="+mn-lt"/>
              </a:rPr>
              <a:t> es </a:t>
            </a:r>
            <a:r>
              <a:rPr lang="en-US" sz="1700" dirty="0" err="1">
                <a:ea typeface="+mn-lt"/>
                <a:cs typeface="+mn-lt"/>
              </a:rPr>
              <a:t>el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mejor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modelo</a:t>
            </a:r>
            <a:r>
              <a:rPr lang="en-US" sz="1700" dirty="0">
                <a:ea typeface="+mn-lt"/>
                <a:cs typeface="+mn-lt"/>
              </a:rPr>
              <a:t> para </a:t>
            </a:r>
            <a:r>
              <a:rPr lang="en-US" sz="1700" dirty="0" err="1">
                <a:ea typeface="+mn-lt"/>
                <a:cs typeface="+mn-lt"/>
              </a:rPr>
              <a:t>predecir</a:t>
            </a:r>
            <a:r>
              <a:rPr lang="en-US" sz="1700" dirty="0">
                <a:ea typeface="+mn-lt"/>
                <a:cs typeface="+mn-lt"/>
              </a:rPr>
              <a:t> la </a:t>
            </a:r>
            <a:r>
              <a:rPr lang="en-US" sz="1700" dirty="0" err="1">
                <a:ea typeface="+mn-lt"/>
                <a:cs typeface="+mn-lt"/>
              </a:rPr>
              <a:t>calidad</a:t>
            </a:r>
            <a:r>
              <a:rPr lang="en-US" sz="1700" dirty="0">
                <a:ea typeface="+mn-lt"/>
                <a:cs typeface="+mn-lt"/>
              </a:rPr>
              <a:t> del vino </a:t>
            </a:r>
            <a:r>
              <a:rPr lang="en-US" sz="1700" dirty="0" err="1">
                <a:ea typeface="+mn-lt"/>
                <a:cs typeface="+mn-lt"/>
              </a:rPr>
              <a:t>en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comparación</a:t>
            </a:r>
            <a:r>
              <a:rPr lang="en-US" sz="1700" dirty="0">
                <a:ea typeface="+mn-lt"/>
                <a:cs typeface="+mn-lt"/>
              </a:rPr>
              <a:t> con Random Forest. Ya </a:t>
            </a:r>
            <a:r>
              <a:rPr lang="en-US" sz="1700" dirty="0" err="1">
                <a:ea typeface="+mn-lt"/>
                <a:cs typeface="+mn-lt"/>
              </a:rPr>
              <a:t>que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XGBoost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obtuvo</a:t>
            </a:r>
            <a:r>
              <a:rPr lang="en-US" sz="1700" dirty="0">
                <a:ea typeface="+mn-lt"/>
                <a:cs typeface="+mn-lt"/>
              </a:rPr>
              <a:t> un RMSE </a:t>
            </a:r>
            <a:r>
              <a:rPr lang="en-US" sz="1700" dirty="0" err="1">
                <a:ea typeface="+mn-lt"/>
                <a:cs typeface="+mn-lt"/>
              </a:rPr>
              <a:t>promedio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menor</a:t>
            </a:r>
            <a:r>
              <a:rPr lang="en-US" sz="1700" dirty="0">
                <a:ea typeface="+mn-lt"/>
                <a:cs typeface="+mn-lt"/>
              </a:rPr>
              <a:t> y un R² </a:t>
            </a:r>
            <a:r>
              <a:rPr lang="en-US" sz="1700" dirty="0" err="1">
                <a:ea typeface="+mn-lt"/>
                <a:cs typeface="+mn-lt"/>
              </a:rPr>
              <a:t>promedio</a:t>
            </a:r>
            <a:r>
              <a:rPr lang="en-US" sz="1700" dirty="0">
                <a:ea typeface="+mn-lt"/>
                <a:cs typeface="+mn-lt"/>
              </a:rPr>
              <a:t> mayor, esto  indica </a:t>
            </a:r>
            <a:r>
              <a:rPr lang="en-US" sz="1700" dirty="0" err="1">
                <a:ea typeface="+mn-lt"/>
                <a:cs typeface="+mn-lt"/>
              </a:rPr>
              <a:t>que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realiza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predicciones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más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precisas</a:t>
            </a:r>
            <a:r>
              <a:rPr lang="en-US" sz="1700" dirty="0">
                <a:ea typeface="+mn-lt"/>
                <a:cs typeface="+mn-lt"/>
              </a:rPr>
              <a:t> y </a:t>
            </a:r>
            <a:r>
              <a:rPr lang="en-US" sz="1700" dirty="0" err="1">
                <a:ea typeface="+mn-lt"/>
                <a:cs typeface="+mn-lt"/>
              </a:rPr>
              <a:t>explica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mejor</a:t>
            </a:r>
            <a:r>
              <a:rPr lang="en-US" sz="1700" dirty="0">
                <a:ea typeface="+mn-lt"/>
                <a:cs typeface="+mn-lt"/>
              </a:rPr>
              <a:t> la </a:t>
            </a:r>
            <a:r>
              <a:rPr lang="en-US" sz="1700" dirty="0" err="1">
                <a:ea typeface="+mn-lt"/>
                <a:cs typeface="+mn-lt"/>
              </a:rPr>
              <a:t>variabilidad</a:t>
            </a:r>
            <a:r>
              <a:rPr lang="en-US" sz="1700" dirty="0">
                <a:ea typeface="+mn-lt"/>
                <a:cs typeface="+mn-lt"/>
              </a:rPr>
              <a:t> de la variable </a:t>
            </a:r>
            <a:r>
              <a:rPr lang="en-US" sz="1700" dirty="0" err="1">
                <a:ea typeface="+mn-lt"/>
                <a:cs typeface="+mn-lt"/>
              </a:rPr>
              <a:t>objetivo</a:t>
            </a:r>
            <a:r>
              <a:rPr lang="en-US" sz="1700" dirty="0">
                <a:ea typeface="+mn-lt"/>
                <a:cs typeface="+mn-lt"/>
              </a:rPr>
              <a:t>. </a:t>
            </a:r>
            <a:r>
              <a:rPr lang="en-US" sz="1700" dirty="0" err="1">
                <a:ea typeface="+mn-lt"/>
                <a:cs typeface="+mn-lt"/>
              </a:rPr>
              <a:t>Además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presentó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menor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variabilidad</a:t>
            </a:r>
            <a:r>
              <a:rPr lang="en-US" sz="1700" dirty="0">
                <a:ea typeface="+mn-lt"/>
                <a:cs typeface="+mn-lt"/>
              </a:rPr>
              <a:t> entre folds, lo </a:t>
            </a:r>
            <a:r>
              <a:rPr lang="en-US" sz="1700" dirty="0" err="1">
                <a:ea typeface="+mn-lt"/>
                <a:cs typeface="+mn-lt"/>
              </a:rPr>
              <a:t>que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demuestra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que</a:t>
            </a:r>
            <a:r>
              <a:rPr lang="en-US" sz="1700" dirty="0">
                <a:ea typeface="+mn-lt"/>
                <a:cs typeface="+mn-lt"/>
              </a:rPr>
              <a:t> es un </a:t>
            </a:r>
            <a:r>
              <a:rPr lang="en-US" sz="1700" dirty="0" err="1">
                <a:ea typeface="+mn-lt"/>
                <a:cs typeface="+mn-lt"/>
              </a:rPr>
              <a:t>modelo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más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estable</a:t>
            </a:r>
            <a:r>
              <a:rPr lang="en-US" sz="1700" dirty="0">
                <a:ea typeface="+mn-lt"/>
                <a:cs typeface="+mn-lt"/>
              </a:rPr>
              <a:t> y </a:t>
            </a:r>
            <a:r>
              <a:rPr lang="en-US" sz="1700" dirty="0" err="1">
                <a:ea typeface="+mn-lt"/>
                <a:cs typeface="+mn-lt"/>
              </a:rPr>
              <a:t>consistente</a:t>
            </a:r>
            <a:r>
              <a:rPr lang="en-US" sz="1700" dirty="0">
                <a:ea typeface="+mn-lt"/>
                <a:cs typeface="+mn-lt"/>
              </a:rPr>
              <a:t>. En conjunto, </a:t>
            </a:r>
            <a:r>
              <a:rPr lang="en-US" sz="1700" dirty="0" err="1">
                <a:ea typeface="+mn-lt"/>
                <a:cs typeface="+mn-lt"/>
              </a:rPr>
              <a:t>estos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resultados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muestran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que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XGBoost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captura</a:t>
            </a:r>
            <a:r>
              <a:rPr lang="en-US" sz="1700" dirty="0">
                <a:ea typeface="+mn-lt"/>
                <a:cs typeface="+mn-lt"/>
              </a:rPr>
              <a:t> de forma </a:t>
            </a:r>
            <a:r>
              <a:rPr lang="en-US" sz="1700" dirty="0" err="1">
                <a:ea typeface="+mn-lt"/>
                <a:cs typeface="+mn-lt"/>
              </a:rPr>
              <a:t>más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efectiva</a:t>
            </a:r>
            <a:r>
              <a:rPr lang="en-US" sz="1700" dirty="0">
                <a:ea typeface="+mn-lt"/>
                <a:cs typeface="+mn-lt"/>
              </a:rPr>
              <a:t> las </a:t>
            </a:r>
            <a:r>
              <a:rPr lang="en-US" sz="1700" dirty="0" err="1">
                <a:ea typeface="+mn-lt"/>
                <a:cs typeface="+mn-lt"/>
              </a:rPr>
              <a:t>relaciones</a:t>
            </a:r>
            <a:r>
              <a:rPr lang="en-US" sz="1700" dirty="0">
                <a:ea typeface="+mn-lt"/>
                <a:cs typeface="+mn-lt"/>
              </a:rPr>
              <a:t> entre las </a:t>
            </a:r>
            <a:r>
              <a:rPr lang="en-US" sz="1700" dirty="0" err="1">
                <a:ea typeface="+mn-lt"/>
                <a:cs typeface="+mn-lt"/>
              </a:rPr>
              <a:t>características</a:t>
            </a:r>
            <a:r>
              <a:rPr lang="en-US" sz="1700" dirty="0">
                <a:ea typeface="+mn-lt"/>
                <a:cs typeface="+mn-lt"/>
              </a:rPr>
              <a:t> del vino y </a:t>
            </a:r>
            <a:r>
              <a:rPr lang="en-US" sz="1700" dirty="0" err="1">
                <a:ea typeface="+mn-lt"/>
                <a:cs typeface="+mn-lt"/>
              </a:rPr>
              <a:t>su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calidad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superando</a:t>
            </a:r>
            <a:r>
              <a:rPr lang="en-US" sz="1700" dirty="0">
                <a:ea typeface="+mn-lt"/>
                <a:cs typeface="+mn-lt"/>
              </a:rPr>
              <a:t> al Random Forest tanto </a:t>
            </a:r>
            <a:r>
              <a:rPr lang="en-US" sz="1700" dirty="0" err="1">
                <a:ea typeface="+mn-lt"/>
                <a:cs typeface="+mn-lt"/>
              </a:rPr>
              <a:t>en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precisión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como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en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desempeño</a:t>
            </a:r>
            <a:r>
              <a:rPr lang="en-US" sz="1700" dirty="0">
                <a:ea typeface="+mn-lt"/>
                <a:cs typeface="+mn-lt"/>
              </a:rPr>
              <a:t> general.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18" name="Picture 5" descr="Bolígrafo situado en la parte superior de una línea de firma">
            <a:extLst>
              <a:ext uri="{FF2B5EF4-FFF2-40B4-BE49-F238E27FC236}">
                <a16:creationId xmlns:a16="http://schemas.microsoft.com/office/drawing/2014/main" id="{55ACC3A5-F136-733B-2812-6AFE13C2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63" r="8068" b="-1"/>
          <a:stretch>
            <a:fillRect/>
          </a:stretch>
        </p:blipFill>
        <p:spPr>
          <a:xfrm>
            <a:off x="5654016" y="10"/>
            <a:ext cx="3489984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BC6A0D-8979-47FF-B606-70528EF8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1945" y="758952"/>
            <a:ext cx="6792657" cy="4041648"/>
          </a:xfrm>
        </p:spPr>
        <p:txBody>
          <a:bodyPr>
            <a:normAutofit/>
          </a:bodyPr>
          <a:lstStyle/>
          <a:p>
            <a:r>
              <a:t>Gracias por su atención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92CCBF-1641-4D35-9B74-6E4981730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Application>Microsoft Office PowerPoint</Application>
  <PresentationFormat>Presentación en pantalla (4:3)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Vista</vt:lpstr>
      <vt:lpstr>Predicción de Calidad de Vino Tinto</vt:lpstr>
      <vt:lpstr>Objetivos del Proyecto</vt:lpstr>
      <vt:lpstr>Metodología de Modelado</vt:lpstr>
      <vt:lpstr>Presentación de PowerPoint</vt:lpstr>
      <vt:lpstr>Resultados: Regresión Lineal</vt:lpstr>
      <vt:lpstr>Resultados: Random Forest</vt:lpstr>
      <vt:lpstr>Resultados: XGBoost</vt:lpstr>
      <vt:lpstr>Comparación y Conclusiones</vt:lpstr>
      <vt:lpstr>Gracias por su atención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37</cp:revision>
  <dcterms:created xsi:type="dcterms:W3CDTF">2013-01-27T09:14:16Z</dcterms:created>
  <dcterms:modified xsi:type="dcterms:W3CDTF">2025-12-06T17:07:44Z</dcterms:modified>
  <cp:category/>
</cp:coreProperties>
</file>